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1" clrIdx="0">
    <p:extLst>
      <p:ext uri="{19B8F6BF-5375-455C-9EA6-DF929625EA0E}">
        <p15:presenceInfo xmlns:p15="http://schemas.microsoft.com/office/powerpoint/2012/main" userId="622e20d77b0a2a40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52" d="100"/>
          <a:sy n="52" d="100"/>
        </p:scale>
        <p:origin x="888" y="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3192" y="7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6_1">
  <dgm:title val=""/>
  <dgm:desc val=""/>
  <dgm:catLst>
    <dgm:cat type="accent6" pri="11100"/>
  </dgm:catLst>
  <dgm:styleLbl name="node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4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6">
        <a:alpha val="4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6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6">
        <a:alpha val="90000"/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6_3">
  <dgm:title val=""/>
  <dgm:desc val=""/>
  <dgm:catLst>
    <dgm:cat type="accent6" pri="11300"/>
  </dgm:catLst>
  <dgm:styleLbl name="node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shade val="80000"/>
      </a:schemeClr>
      <a:schemeClr val="accent6">
        <a:tint val="7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/>
    <dgm:txEffectClrLst/>
  </dgm:styleLbl>
  <dgm:styleLbl name="lnNode1">
    <dgm:fillClrLst>
      <a:schemeClr val="accent6">
        <a:shade val="80000"/>
      </a:schemeClr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6">
        <a:shade val="90000"/>
      </a:schemeClr>
      <a:schemeClr val="accent6">
        <a:tint val="70000"/>
      </a:schemeClr>
    </dgm:fillClrLst>
    <dgm:linClrLst>
      <a:schemeClr val="accent6">
        <a:shade val="90000"/>
      </a:schemeClr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9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8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shade val="80000"/>
      </a:schemeClr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1023EE-F195-4C44-B4D0-FD4AD2CBC213}" type="doc">
      <dgm:prSet loTypeId="urn:microsoft.com/office/officeart/2005/8/layout/vList2" loCatId="list" qsTypeId="urn:microsoft.com/office/officeart/2005/8/quickstyle/3d2" qsCatId="3D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EA001C3-016A-44F9-9217-7158C41C1B4C}">
      <dgm:prSet custT="1"/>
      <dgm:spPr/>
      <dgm:t>
        <a:bodyPr anchor="t"/>
        <a:lstStyle/>
        <a:p>
          <a:pPr algn="ctr"/>
          <a:r>
            <a:rPr lang="en-US" sz="5400" dirty="0"/>
            <a:t>Career Pathway in </a:t>
          </a:r>
          <a:br>
            <a:rPr lang="en-US" sz="5400" dirty="0"/>
          </a:br>
          <a:r>
            <a:rPr lang="en-US" sz="5400" dirty="0"/>
            <a:t>Computer Science</a:t>
          </a:r>
          <a:r>
            <a:rPr lang="en-US" sz="2900" dirty="0"/>
            <a:t/>
          </a:r>
          <a:br>
            <a:rPr lang="en-US" sz="2900" dirty="0"/>
          </a:br>
          <a:endParaRPr lang="en-US" sz="2900" dirty="0"/>
        </a:p>
      </dgm:t>
    </dgm:pt>
    <dgm:pt modelId="{17B3DB31-84F1-47DB-927C-0F7F898F0F07}" type="parTrans" cxnId="{DF2D4370-CC34-459A-AAB7-E0E42012F8F9}">
      <dgm:prSet/>
      <dgm:spPr/>
      <dgm:t>
        <a:bodyPr/>
        <a:lstStyle/>
        <a:p>
          <a:endParaRPr lang="en-US"/>
        </a:p>
      </dgm:t>
    </dgm:pt>
    <dgm:pt modelId="{D5B99EBC-B923-4D27-B56C-2A75382C7C3B}" type="sibTrans" cxnId="{DF2D4370-CC34-459A-AAB7-E0E42012F8F9}">
      <dgm:prSet/>
      <dgm:spPr/>
      <dgm:t>
        <a:bodyPr/>
        <a:lstStyle/>
        <a:p>
          <a:endParaRPr lang="en-US"/>
        </a:p>
      </dgm:t>
    </dgm:pt>
    <dgm:pt modelId="{7F860CC6-ED66-493C-83F3-B0D1687CFB80}" type="pres">
      <dgm:prSet presAssocID="{0C1023EE-F195-4C44-B4D0-FD4AD2CBC21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665BCB3-2911-4C58-8C1B-5700DFB3DDF8}" type="pres">
      <dgm:prSet presAssocID="{BEA001C3-016A-44F9-9217-7158C41C1B4C}" presName="parentText" presStyleLbl="node1" presStyleIdx="0" presStyleCnt="1" custLinFactNeighborY="2527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F2D4370-CC34-459A-AAB7-E0E42012F8F9}" srcId="{0C1023EE-F195-4C44-B4D0-FD4AD2CBC213}" destId="{BEA001C3-016A-44F9-9217-7158C41C1B4C}" srcOrd="0" destOrd="0" parTransId="{17B3DB31-84F1-47DB-927C-0F7F898F0F07}" sibTransId="{D5B99EBC-B923-4D27-B56C-2A75382C7C3B}"/>
    <dgm:cxn modelId="{0BFE57CC-67CC-4CA6-A355-D7B2FA4354A5}" type="presOf" srcId="{0C1023EE-F195-4C44-B4D0-FD4AD2CBC213}" destId="{7F860CC6-ED66-493C-83F3-B0D1687CFB80}" srcOrd="0" destOrd="0" presId="urn:microsoft.com/office/officeart/2005/8/layout/vList2"/>
    <dgm:cxn modelId="{703F6474-5B40-4AA9-B894-74C3B89FA0CA}" type="presOf" srcId="{BEA001C3-016A-44F9-9217-7158C41C1B4C}" destId="{0665BCB3-2911-4C58-8C1B-5700DFB3DDF8}" srcOrd="0" destOrd="0" presId="urn:microsoft.com/office/officeart/2005/8/layout/vList2"/>
    <dgm:cxn modelId="{4F7BFF07-D5F5-4563-8A91-880517712BFB}" type="presParOf" srcId="{7F860CC6-ED66-493C-83F3-B0D1687CFB80}" destId="{0665BCB3-2911-4C58-8C1B-5700DFB3DD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545D814-A531-4F86-BAAF-24C8B6C63405}" type="doc">
      <dgm:prSet loTypeId="urn:microsoft.com/office/officeart/2005/8/layout/vList2" loCatId="list" qsTypeId="urn:microsoft.com/office/officeart/2005/8/quickstyle/simple1" qsCatId="simple" csTypeId="urn:microsoft.com/office/officeart/2005/8/colors/accent4_5" csCatId="accent4" phldr="1"/>
      <dgm:spPr/>
      <dgm:t>
        <a:bodyPr/>
        <a:lstStyle/>
        <a:p>
          <a:endParaRPr lang="en-US"/>
        </a:p>
      </dgm:t>
    </dgm:pt>
    <dgm:pt modelId="{046978A4-B344-4B75-A18F-49A891213BE7}">
      <dgm:prSet>
        <dgm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dgm:style>
      </dgm:prSet>
      <dgm:spPr/>
      <dgm:t>
        <a:bodyPr/>
        <a:lstStyle/>
        <a:p>
          <a:r>
            <a:rPr lang="en-US" b="1" dirty="0"/>
            <a:t>WHY CHOOSE CSE CORE ?</a:t>
          </a:r>
          <a:endParaRPr lang="en-US" dirty="0"/>
        </a:p>
      </dgm:t>
    </dgm:pt>
    <dgm:pt modelId="{37F0B37F-715C-4F54-A211-62A12A9B722A}" type="parTrans" cxnId="{7635A4EE-A8A7-4292-814D-09127E5C90B9}">
      <dgm:prSet/>
      <dgm:spPr/>
      <dgm:t>
        <a:bodyPr/>
        <a:lstStyle/>
        <a:p>
          <a:endParaRPr lang="en-US"/>
        </a:p>
      </dgm:t>
    </dgm:pt>
    <dgm:pt modelId="{6AEF5607-7F8C-4850-A5CB-B6736184F614}" type="sibTrans" cxnId="{7635A4EE-A8A7-4292-814D-09127E5C90B9}">
      <dgm:prSet/>
      <dgm:spPr/>
      <dgm:t>
        <a:bodyPr/>
        <a:lstStyle/>
        <a:p>
          <a:endParaRPr lang="en-US"/>
        </a:p>
      </dgm:t>
    </dgm:pt>
    <dgm:pt modelId="{B5BD694C-6CBF-4181-A550-0895564B9E0D}" type="pres">
      <dgm:prSet presAssocID="{D545D814-A531-4F86-BAAF-24C8B6C6340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C1FB958-42AB-4285-9395-1AF8C202E3CD}" type="pres">
      <dgm:prSet presAssocID="{046978A4-B344-4B75-A18F-49A891213BE7}" presName="parentText" presStyleLbl="node1" presStyleIdx="0" presStyleCnt="1" custLinFactY="-1593" custLinFactNeighborX="9150" custLinFactNeighborY="-100000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84C85A7-9D98-44CF-BE18-1AFFC4779A23}" type="presOf" srcId="{D545D814-A531-4F86-BAAF-24C8B6C63405}" destId="{B5BD694C-6CBF-4181-A550-0895564B9E0D}" srcOrd="0" destOrd="0" presId="urn:microsoft.com/office/officeart/2005/8/layout/vList2"/>
    <dgm:cxn modelId="{1EDA542B-BEC3-4F1C-A842-332FB706748A}" type="presOf" srcId="{046978A4-B344-4B75-A18F-49A891213BE7}" destId="{BC1FB958-42AB-4285-9395-1AF8C202E3CD}" srcOrd="0" destOrd="0" presId="urn:microsoft.com/office/officeart/2005/8/layout/vList2"/>
    <dgm:cxn modelId="{7635A4EE-A8A7-4292-814D-09127E5C90B9}" srcId="{D545D814-A531-4F86-BAAF-24C8B6C63405}" destId="{046978A4-B344-4B75-A18F-49A891213BE7}" srcOrd="0" destOrd="0" parTransId="{37F0B37F-715C-4F54-A211-62A12A9B722A}" sibTransId="{6AEF5607-7F8C-4850-A5CB-B6736184F614}"/>
    <dgm:cxn modelId="{6CDE7CDA-1290-4B2D-9AEE-52C9C982F85A}" type="presParOf" srcId="{B5BD694C-6CBF-4181-A550-0895564B9E0D}" destId="{BC1FB958-42AB-4285-9395-1AF8C202E3C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79253D-20EE-468D-A4A0-E30D46C7F284}" type="doc">
      <dgm:prSet loTypeId="urn:microsoft.com/office/officeart/2005/8/layout/vList2" loCatId="list" qsTypeId="urn:microsoft.com/office/officeart/2005/8/quickstyle/simple1" qsCatId="simple" csTypeId="urn:microsoft.com/office/officeart/2005/8/colors/accent6_1" csCatId="accent6" phldr="1"/>
      <dgm:spPr/>
      <dgm:t>
        <a:bodyPr/>
        <a:lstStyle/>
        <a:p>
          <a:endParaRPr lang="en-US"/>
        </a:p>
      </dgm:t>
    </dgm:pt>
    <dgm:pt modelId="{A10DC105-71D3-48AC-AFD6-A299FFF6970B}">
      <dgm:prSet/>
      <dgm:spPr/>
      <dgm:t>
        <a:bodyPr/>
        <a:lstStyle/>
        <a:p>
          <a:r>
            <a:rPr lang="en-US" b="1" i="1" dirty="0"/>
            <a:t>Strong Curriculum</a:t>
          </a:r>
          <a:endParaRPr lang="en-US" dirty="0"/>
        </a:p>
      </dgm:t>
    </dgm:pt>
    <dgm:pt modelId="{FECF1D21-9684-40A6-9093-7EB85BF2C353}" type="parTrans" cxnId="{1BD11754-8BFA-4EDC-95DD-6065889AADF0}">
      <dgm:prSet/>
      <dgm:spPr/>
      <dgm:t>
        <a:bodyPr/>
        <a:lstStyle/>
        <a:p>
          <a:endParaRPr lang="en-US"/>
        </a:p>
      </dgm:t>
    </dgm:pt>
    <dgm:pt modelId="{94BB2CF4-5E12-4054-80AB-D18CC34155EA}" type="sibTrans" cxnId="{1BD11754-8BFA-4EDC-95DD-6065889AADF0}">
      <dgm:prSet/>
      <dgm:spPr/>
      <dgm:t>
        <a:bodyPr/>
        <a:lstStyle/>
        <a:p>
          <a:endParaRPr lang="en-US"/>
        </a:p>
      </dgm:t>
    </dgm:pt>
    <dgm:pt modelId="{0E8AE07A-BE9D-4236-A2C6-13DF21F4F8A0}">
      <dgm:prSet/>
      <dgm:spPr/>
      <dgm:t>
        <a:bodyPr/>
        <a:lstStyle/>
        <a:p>
          <a:r>
            <a:rPr lang="en-US" b="0" i="0"/>
            <a:t>CSE Core provides a comprehensive foundation in computer science principles, programming, algorithms, and systems.</a:t>
          </a:r>
          <a:endParaRPr lang="en-US"/>
        </a:p>
      </dgm:t>
    </dgm:pt>
    <dgm:pt modelId="{7650F364-A395-4CDD-8202-2C42490A1D14}" type="parTrans" cxnId="{19811A95-E208-4EEB-A0E2-D9FB8F7EF9A6}">
      <dgm:prSet/>
      <dgm:spPr/>
      <dgm:t>
        <a:bodyPr/>
        <a:lstStyle/>
        <a:p>
          <a:endParaRPr lang="en-US"/>
        </a:p>
      </dgm:t>
    </dgm:pt>
    <dgm:pt modelId="{8B78212F-40E8-404E-9F25-09480C465011}" type="sibTrans" cxnId="{19811A95-E208-4EEB-A0E2-D9FB8F7EF9A6}">
      <dgm:prSet/>
      <dgm:spPr/>
      <dgm:t>
        <a:bodyPr/>
        <a:lstStyle/>
        <a:p>
          <a:endParaRPr lang="en-US"/>
        </a:p>
      </dgm:t>
    </dgm:pt>
    <dgm:pt modelId="{4CE605F9-D159-4173-996F-A43267B4BF15}">
      <dgm:prSet/>
      <dgm:spPr/>
      <dgm:t>
        <a:bodyPr/>
        <a:lstStyle/>
        <a:p>
          <a:r>
            <a:rPr lang="en-US" b="0" i="0" dirty="0"/>
            <a:t>Courses often include hands-on projects and real-world applications, enhancing practical skills.</a:t>
          </a:r>
          <a:endParaRPr lang="en-US" dirty="0"/>
        </a:p>
      </dgm:t>
    </dgm:pt>
    <dgm:pt modelId="{062ED0C8-D369-4468-9ED5-9167215B2766}" type="parTrans" cxnId="{A9E9C898-E717-4FFC-BA0F-F1F26B07B951}">
      <dgm:prSet/>
      <dgm:spPr/>
      <dgm:t>
        <a:bodyPr/>
        <a:lstStyle/>
        <a:p>
          <a:endParaRPr lang="en-US"/>
        </a:p>
      </dgm:t>
    </dgm:pt>
    <dgm:pt modelId="{D194A60E-189D-481D-8211-55D30B8FABE1}" type="sibTrans" cxnId="{A9E9C898-E717-4FFC-BA0F-F1F26B07B951}">
      <dgm:prSet/>
      <dgm:spPr/>
      <dgm:t>
        <a:bodyPr/>
        <a:lstStyle/>
        <a:p>
          <a:endParaRPr lang="en-US"/>
        </a:p>
      </dgm:t>
    </dgm:pt>
    <dgm:pt modelId="{843C6D00-5F7C-41C7-9D6D-1F4785A3F440}">
      <dgm:prSet/>
      <dgm:spPr/>
      <dgm:t>
        <a:bodyPr/>
        <a:lstStyle/>
        <a:p>
          <a:r>
            <a:rPr lang="en-US" b="1" i="0"/>
            <a:t>Career Opportunities</a:t>
          </a:r>
          <a:endParaRPr lang="en-US"/>
        </a:p>
      </dgm:t>
    </dgm:pt>
    <dgm:pt modelId="{F46C1B43-A731-4BF6-9FAA-653586026F3C}" type="parTrans" cxnId="{894441B3-CF73-4F29-869B-567B1D42C65B}">
      <dgm:prSet/>
      <dgm:spPr/>
      <dgm:t>
        <a:bodyPr/>
        <a:lstStyle/>
        <a:p>
          <a:endParaRPr lang="en-US"/>
        </a:p>
      </dgm:t>
    </dgm:pt>
    <dgm:pt modelId="{8ACB7EFE-9959-4136-8E7F-D7FB425CC794}" type="sibTrans" cxnId="{894441B3-CF73-4F29-869B-567B1D42C65B}">
      <dgm:prSet/>
      <dgm:spPr/>
      <dgm:t>
        <a:bodyPr/>
        <a:lstStyle/>
        <a:p>
          <a:endParaRPr lang="en-US"/>
        </a:p>
      </dgm:t>
    </dgm:pt>
    <dgm:pt modelId="{1CB197E9-AF77-4AD7-875C-D53231A2A8D8}">
      <dgm:prSet/>
      <dgm:spPr/>
      <dgm:t>
        <a:bodyPr/>
        <a:lstStyle/>
        <a:p>
          <a:r>
            <a:rPr lang="en-US" b="0" i="0"/>
            <a:t>Graduates from CSE Core programs are in high demand across various industries, including technology, finance, healthcare, and more.</a:t>
          </a:r>
          <a:endParaRPr lang="en-US"/>
        </a:p>
      </dgm:t>
    </dgm:pt>
    <dgm:pt modelId="{30AA5991-90AB-4B5D-9FAE-EEAA2626CFA3}" type="parTrans" cxnId="{E17D6312-FE8C-4022-899C-9B68471E5C9C}">
      <dgm:prSet/>
      <dgm:spPr/>
      <dgm:t>
        <a:bodyPr/>
        <a:lstStyle/>
        <a:p>
          <a:endParaRPr lang="en-US"/>
        </a:p>
      </dgm:t>
    </dgm:pt>
    <dgm:pt modelId="{59CC418E-4F9B-449D-BF16-172A938DBCD5}" type="sibTrans" cxnId="{E17D6312-FE8C-4022-899C-9B68471E5C9C}">
      <dgm:prSet/>
      <dgm:spPr/>
      <dgm:t>
        <a:bodyPr/>
        <a:lstStyle/>
        <a:p>
          <a:endParaRPr lang="en-US"/>
        </a:p>
      </dgm:t>
    </dgm:pt>
    <dgm:pt modelId="{6FB475A3-5844-4466-B12C-C258918E59BC}">
      <dgm:prSet/>
      <dgm:spPr/>
      <dgm:t>
        <a:bodyPr/>
        <a:lstStyle/>
        <a:p>
          <a:r>
            <a:rPr lang="en-US" b="0" i="0"/>
            <a:t>The field offers diverse career paths, such as software development, data analysis, cybersecurity, and artificial intelligence.</a:t>
          </a:r>
          <a:r>
            <a:rPr lang="en-US"/>
            <a:t/>
          </a:r>
          <a:br>
            <a:rPr lang="en-US"/>
          </a:br>
          <a:endParaRPr lang="en-US"/>
        </a:p>
      </dgm:t>
    </dgm:pt>
    <dgm:pt modelId="{49CDC31A-54B4-4F4F-9F64-64E57160A958}" type="parTrans" cxnId="{D3C8E2C2-0AD9-4883-964C-7CF59C7FE8E2}">
      <dgm:prSet/>
      <dgm:spPr/>
      <dgm:t>
        <a:bodyPr/>
        <a:lstStyle/>
        <a:p>
          <a:endParaRPr lang="en-US"/>
        </a:p>
      </dgm:t>
    </dgm:pt>
    <dgm:pt modelId="{6BAA2600-787F-4788-A28F-2BE0188FD36B}" type="sibTrans" cxnId="{D3C8E2C2-0AD9-4883-964C-7CF59C7FE8E2}">
      <dgm:prSet/>
      <dgm:spPr/>
      <dgm:t>
        <a:bodyPr/>
        <a:lstStyle/>
        <a:p>
          <a:endParaRPr lang="en-US"/>
        </a:p>
      </dgm:t>
    </dgm:pt>
    <dgm:pt modelId="{1261426D-CEB1-483D-B344-AE155552DABE}" type="pres">
      <dgm:prSet presAssocID="{1279253D-20EE-468D-A4A0-E30D46C7F28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8B94374-9B06-4358-9FF4-48BED273E1B1}" type="pres">
      <dgm:prSet presAssocID="{A10DC105-71D3-48AC-AFD6-A299FFF6970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032119-54F8-46C6-AE73-ED56B04C89A4}" type="pres">
      <dgm:prSet presAssocID="{A10DC105-71D3-48AC-AFD6-A299FFF6970B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F9F7F3B-3211-413A-99E7-DF8D957A1FD1}" type="pres">
      <dgm:prSet presAssocID="{843C6D00-5F7C-41C7-9D6D-1F4785A3F440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775DCA-B641-483C-BDE4-3E80547CB4DB}" type="pres">
      <dgm:prSet presAssocID="{843C6D00-5F7C-41C7-9D6D-1F4785A3F440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D6BE982-D0E7-4280-9D39-FBAA8A171D1F}" type="presOf" srcId="{A10DC105-71D3-48AC-AFD6-A299FFF6970B}" destId="{88B94374-9B06-4358-9FF4-48BED273E1B1}" srcOrd="0" destOrd="0" presId="urn:microsoft.com/office/officeart/2005/8/layout/vList2"/>
    <dgm:cxn modelId="{894441B3-CF73-4F29-869B-567B1D42C65B}" srcId="{1279253D-20EE-468D-A4A0-E30D46C7F284}" destId="{843C6D00-5F7C-41C7-9D6D-1F4785A3F440}" srcOrd="1" destOrd="0" parTransId="{F46C1B43-A731-4BF6-9FAA-653586026F3C}" sibTransId="{8ACB7EFE-9959-4136-8E7F-D7FB425CC794}"/>
    <dgm:cxn modelId="{19811A95-E208-4EEB-A0E2-D9FB8F7EF9A6}" srcId="{A10DC105-71D3-48AC-AFD6-A299FFF6970B}" destId="{0E8AE07A-BE9D-4236-A2C6-13DF21F4F8A0}" srcOrd="0" destOrd="0" parTransId="{7650F364-A395-4CDD-8202-2C42490A1D14}" sibTransId="{8B78212F-40E8-404E-9F25-09480C465011}"/>
    <dgm:cxn modelId="{A9E9C898-E717-4FFC-BA0F-F1F26B07B951}" srcId="{A10DC105-71D3-48AC-AFD6-A299FFF6970B}" destId="{4CE605F9-D159-4173-996F-A43267B4BF15}" srcOrd="1" destOrd="0" parTransId="{062ED0C8-D369-4468-9ED5-9167215B2766}" sibTransId="{D194A60E-189D-481D-8211-55D30B8FABE1}"/>
    <dgm:cxn modelId="{290EF579-B19E-4C30-98E8-5F791CE16071}" type="presOf" srcId="{6FB475A3-5844-4466-B12C-C258918E59BC}" destId="{A0775DCA-B641-483C-BDE4-3E80547CB4DB}" srcOrd="0" destOrd="1" presId="urn:microsoft.com/office/officeart/2005/8/layout/vList2"/>
    <dgm:cxn modelId="{73F1455B-34D6-4B0B-987D-FC2A9B7723B4}" type="presOf" srcId="{1CB197E9-AF77-4AD7-875C-D53231A2A8D8}" destId="{A0775DCA-B641-483C-BDE4-3E80547CB4DB}" srcOrd="0" destOrd="0" presId="urn:microsoft.com/office/officeart/2005/8/layout/vList2"/>
    <dgm:cxn modelId="{64467EE4-4011-43B6-AAE8-99827BA55DF5}" type="presOf" srcId="{1279253D-20EE-468D-A4A0-E30D46C7F284}" destId="{1261426D-CEB1-483D-B344-AE155552DABE}" srcOrd="0" destOrd="0" presId="urn:microsoft.com/office/officeart/2005/8/layout/vList2"/>
    <dgm:cxn modelId="{E17D6312-FE8C-4022-899C-9B68471E5C9C}" srcId="{843C6D00-5F7C-41C7-9D6D-1F4785A3F440}" destId="{1CB197E9-AF77-4AD7-875C-D53231A2A8D8}" srcOrd="0" destOrd="0" parTransId="{30AA5991-90AB-4B5D-9FAE-EEAA2626CFA3}" sibTransId="{59CC418E-4F9B-449D-BF16-172A938DBCD5}"/>
    <dgm:cxn modelId="{F5773885-E1BD-45C5-92AC-F7FA162651B1}" type="presOf" srcId="{4CE605F9-D159-4173-996F-A43267B4BF15}" destId="{DA032119-54F8-46C6-AE73-ED56B04C89A4}" srcOrd="0" destOrd="1" presId="urn:microsoft.com/office/officeart/2005/8/layout/vList2"/>
    <dgm:cxn modelId="{D3C8E2C2-0AD9-4883-964C-7CF59C7FE8E2}" srcId="{843C6D00-5F7C-41C7-9D6D-1F4785A3F440}" destId="{6FB475A3-5844-4466-B12C-C258918E59BC}" srcOrd="1" destOrd="0" parTransId="{49CDC31A-54B4-4F4F-9F64-64E57160A958}" sibTransId="{6BAA2600-787F-4788-A28F-2BE0188FD36B}"/>
    <dgm:cxn modelId="{1BD11754-8BFA-4EDC-95DD-6065889AADF0}" srcId="{1279253D-20EE-468D-A4A0-E30D46C7F284}" destId="{A10DC105-71D3-48AC-AFD6-A299FFF6970B}" srcOrd="0" destOrd="0" parTransId="{FECF1D21-9684-40A6-9093-7EB85BF2C353}" sibTransId="{94BB2CF4-5E12-4054-80AB-D18CC34155EA}"/>
    <dgm:cxn modelId="{CFD56FC0-2D83-47DC-9BD5-2A0AC40807D8}" type="presOf" srcId="{843C6D00-5F7C-41C7-9D6D-1F4785A3F440}" destId="{BF9F7F3B-3211-413A-99E7-DF8D957A1FD1}" srcOrd="0" destOrd="0" presId="urn:microsoft.com/office/officeart/2005/8/layout/vList2"/>
    <dgm:cxn modelId="{9BEE6712-21B1-4636-B746-B5B0C7C67AFC}" type="presOf" srcId="{0E8AE07A-BE9D-4236-A2C6-13DF21F4F8A0}" destId="{DA032119-54F8-46C6-AE73-ED56B04C89A4}" srcOrd="0" destOrd="0" presId="urn:microsoft.com/office/officeart/2005/8/layout/vList2"/>
    <dgm:cxn modelId="{7ACC3EB2-8AE5-4E98-AD44-46D0804FA749}" type="presParOf" srcId="{1261426D-CEB1-483D-B344-AE155552DABE}" destId="{88B94374-9B06-4358-9FF4-48BED273E1B1}" srcOrd="0" destOrd="0" presId="urn:microsoft.com/office/officeart/2005/8/layout/vList2"/>
    <dgm:cxn modelId="{14B365C1-6C89-48B8-98FE-6619676033C9}" type="presParOf" srcId="{1261426D-CEB1-483D-B344-AE155552DABE}" destId="{DA032119-54F8-46C6-AE73-ED56B04C89A4}" srcOrd="1" destOrd="0" presId="urn:microsoft.com/office/officeart/2005/8/layout/vList2"/>
    <dgm:cxn modelId="{8FEB0B94-4162-42D6-A44E-A2B030FABB16}" type="presParOf" srcId="{1261426D-CEB1-483D-B344-AE155552DABE}" destId="{BF9F7F3B-3211-413A-99E7-DF8D957A1FD1}" srcOrd="2" destOrd="0" presId="urn:microsoft.com/office/officeart/2005/8/layout/vList2"/>
    <dgm:cxn modelId="{4181E9D9-1634-45C0-BE4E-4DC499F457BA}" type="presParOf" srcId="{1261426D-CEB1-483D-B344-AE155552DABE}" destId="{A0775DCA-B641-483C-BDE4-3E80547CB4D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277359A-3FC5-47E0-A4CC-504CB346BB04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7CFB20EB-A556-4214-84A5-F8136A2833D1}">
      <dgm:prSet/>
      <dgm:spPr/>
      <dgm:t>
        <a:bodyPr/>
        <a:lstStyle/>
        <a:p>
          <a:r>
            <a:rPr lang="en-US" b="1" dirty="0"/>
            <a:t>ESSENTIAL SKILLS TO BUILD ?</a:t>
          </a:r>
        </a:p>
      </dgm:t>
    </dgm:pt>
    <dgm:pt modelId="{7240D24B-4865-46DD-820B-42EB8E1746C1}" type="parTrans" cxnId="{2D9AE7A3-2301-4284-9FE2-54BC7455939A}">
      <dgm:prSet/>
      <dgm:spPr/>
      <dgm:t>
        <a:bodyPr/>
        <a:lstStyle/>
        <a:p>
          <a:endParaRPr lang="en-US"/>
        </a:p>
      </dgm:t>
    </dgm:pt>
    <dgm:pt modelId="{F41C31F8-4F86-4D7C-B7AB-7ED9D3AB6B10}" type="sibTrans" cxnId="{2D9AE7A3-2301-4284-9FE2-54BC7455939A}">
      <dgm:prSet/>
      <dgm:spPr/>
      <dgm:t>
        <a:bodyPr/>
        <a:lstStyle/>
        <a:p>
          <a:endParaRPr lang="en-US"/>
        </a:p>
      </dgm:t>
    </dgm:pt>
    <dgm:pt modelId="{BFBB1CB7-54AD-480E-9475-930236E5A052}" type="pres">
      <dgm:prSet presAssocID="{8277359A-3FC5-47E0-A4CC-504CB346BB0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E38164B-EF19-4631-8421-C5146FA54BBF}" type="pres">
      <dgm:prSet presAssocID="{7CFB20EB-A556-4214-84A5-F8136A2833D1}" presName="parentText" presStyleLbl="node1" presStyleIdx="0" presStyleCnt="1" custLinFactNeighborY="26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E2610C2-5808-434E-B60E-7A14CE539ADB}" type="presOf" srcId="{7CFB20EB-A556-4214-84A5-F8136A2833D1}" destId="{AE38164B-EF19-4631-8421-C5146FA54BBF}" srcOrd="0" destOrd="0" presId="urn:microsoft.com/office/officeart/2005/8/layout/vList2"/>
    <dgm:cxn modelId="{7BE4CF50-C09E-4000-B9A6-F1072419EC06}" type="presOf" srcId="{8277359A-3FC5-47E0-A4CC-504CB346BB04}" destId="{BFBB1CB7-54AD-480E-9475-930236E5A052}" srcOrd="0" destOrd="0" presId="urn:microsoft.com/office/officeart/2005/8/layout/vList2"/>
    <dgm:cxn modelId="{2D9AE7A3-2301-4284-9FE2-54BC7455939A}" srcId="{8277359A-3FC5-47E0-A4CC-504CB346BB04}" destId="{7CFB20EB-A556-4214-84A5-F8136A2833D1}" srcOrd="0" destOrd="0" parTransId="{7240D24B-4865-46DD-820B-42EB8E1746C1}" sibTransId="{F41C31F8-4F86-4D7C-B7AB-7ED9D3AB6B10}"/>
    <dgm:cxn modelId="{C995BE13-DF61-4CF7-B991-9E5B1C5C2BCE}" type="presParOf" srcId="{BFBB1CB7-54AD-480E-9475-930236E5A052}" destId="{AE38164B-EF19-4631-8421-C5146FA54BB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638105-C5ED-496C-A2C2-E010C777FD12}" type="doc">
      <dgm:prSet loTypeId="urn:microsoft.com/office/officeart/2005/8/layout/lProcess3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F179321-1B9E-4196-80F2-A38DF1707A0B}">
      <dgm:prSet/>
      <dgm:spPr/>
      <dgm:t>
        <a:bodyPr/>
        <a:lstStyle/>
        <a:p>
          <a:r>
            <a:rPr lang="en-US" b="0" i="0" dirty="0"/>
            <a:t>Technical Skills:</a:t>
          </a:r>
          <a:endParaRPr lang="en-US" dirty="0"/>
        </a:p>
      </dgm:t>
    </dgm:pt>
    <dgm:pt modelId="{D0DE7E7E-C3E8-4084-A486-7D1C79018620}" type="parTrans" cxnId="{06348681-6CE3-43A6-AA48-FDF54D5DBDEE}">
      <dgm:prSet/>
      <dgm:spPr/>
      <dgm:t>
        <a:bodyPr/>
        <a:lstStyle/>
        <a:p>
          <a:endParaRPr lang="en-US"/>
        </a:p>
      </dgm:t>
    </dgm:pt>
    <dgm:pt modelId="{0A7FCB6A-7AB7-47D9-A209-EEEF0F2D2EC3}" type="sibTrans" cxnId="{06348681-6CE3-43A6-AA48-FDF54D5DBDEE}">
      <dgm:prSet/>
      <dgm:spPr/>
      <dgm:t>
        <a:bodyPr/>
        <a:lstStyle/>
        <a:p>
          <a:endParaRPr lang="en-US"/>
        </a:p>
      </dgm:t>
    </dgm:pt>
    <dgm:pt modelId="{33905456-35EB-4E20-BE61-65B5A7DE6272}">
      <dgm:prSet/>
      <dgm:spPr/>
      <dgm:t>
        <a:bodyPr/>
        <a:lstStyle/>
        <a:p>
          <a:r>
            <a:rPr lang="en-US" b="0" i="0"/>
            <a:t>Programming Languages: Proficiency in languages such as Python, Java, C++, and JavaScript.</a:t>
          </a:r>
          <a:endParaRPr lang="en-US"/>
        </a:p>
      </dgm:t>
    </dgm:pt>
    <dgm:pt modelId="{03D6E553-1AFC-441E-AFEF-0D9F3648A26E}" type="parTrans" cxnId="{BA5A94BC-D31D-4400-950C-7E43D378004C}">
      <dgm:prSet/>
      <dgm:spPr/>
      <dgm:t>
        <a:bodyPr/>
        <a:lstStyle/>
        <a:p>
          <a:endParaRPr lang="en-US"/>
        </a:p>
      </dgm:t>
    </dgm:pt>
    <dgm:pt modelId="{C39BE91E-57F6-4550-B67A-F16E16505908}" type="sibTrans" cxnId="{BA5A94BC-D31D-4400-950C-7E43D378004C}">
      <dgm:prSet/>
      <dgm:spPr/>
      <dgm:t>
        <a:bodyPr/>
        <a:lstStyle/>
        <a:p>
          <a:endParaRPr lang="en-US"/>
        </a:p>
      </dgm:t>
    </dgm:pt>
    <dgm:pt modelId="{216FFA5E-27AA-4395-B815-BD4EB5BD3C7C}">
      <dgm:prSet/>
      <dgm:spPr/>
      <dgm:t>
        <a:bodyPr/>
        <a:lstStyle/>
        <a:p>
          <a:r>
            <a:rPr lang="en-US" b="0" i="0"/>
            <a:t>Soft Skills:</a:t>
          </a:r>
          <a:endParaRPr lang="en-US"/>
        </a:p>
      </dgm:t>
    </dgm:pt>
    <dgm:pt modelId="{4592B3DE-3BC5-412A-947C-130632F23A49}" type="parTrans" cxnId="{40E4856C-85D6-4A3D-82E6-4F86FC5AA7A2}">
      <dgm:prSet/>
      <dgm:spPr/>
      <dgm:t>
        <a:bodyPr/>
        <a:lstStyle/>
        <a:p>
          <a:endParaRPr lang="en-US"/>
        </a:p>
      </dgm:t>
    </dgm:pt>
    <dgm:pt modelId="{345BD870-A970-4F65-916D-B23F1EE25D9A}" type="sibTrans" cxnId="{40E4856C-85D6-4A3D-82E6-4F86FC5AA7A2}">
      <dgm:prSet/>
      <dgm:spPr/>
      <dgm:t>
        <a:bodyPr/>
        <a:lstStyle/>
        <a:p>
          <a:endParaRPr lang="en-US"/>
        </a:p>
      </dgm:t>
    </dgm:pt>
    <dgm:pt modelId="{B33D04C2-B038-4149-B7FC-457DCA1E0FA9}">
      <dgm:prSet/>
      <dgm:spPr/>
      <dgm:t>
        <a:bodyPr/>
        <a:lstStyle/>
        <a:p>
          <a:r>
            <a:rPr lang="en-US" b="0" i="0"/>
            <a:t>Problem-Solving: Ability to analyze problems and develop effective solutions.</a:t>
          </a:r>
          <a:endParaRPr lang="en-US"/>
        </a:p>
      </dgm:t>
    </dgm:pt>
    <dgm:pt modelId="{DD150F17-371E-47F2-9216-49D6DE9B369E}" type="parTrans" cxnId="{20B083B8-67DE-4F27-A29C-BB7E4DB23C85}">
      <dgm:prSet/>
      <dgm:spPr/>
      <dgm:t>
        <a:bodyPr/>
        <a:lstStyle/>
        <a:p>
          <a:endParaRPr lang="en-US"/>
        </a:p>
      </dgm:t>
    </dgm:pt>
    <dgm:pt modelId="{DAA72984-4DAB-4290-A670-C3E30BCD92A6}" type="sibTrans" cxnId="{20B083B8-67DE-4F27-A29C-BB7E4DB23C85}">
      <dgm:prSet/>
      <dgm:spPr/>
      <dgm:t>
        <a:bodyPr/>
        <a:lstStyle/>
        <a:p>
          <a:endParaRPr lang="en-US"/>
        </a:p>
      </dgm:t>
    </dgm:pt>
    <dgm:pt modelId="{2506BDFA-B6F8-4A8C-87D0-E93A1669BE73}" type="pres">
      <dgm:prSet presAssocID="{DA638105-C5ED-496C-A2C2-E010C777FD12}" presName="Name0" presStyleCnt="0">
        <dgm:presLayoutVars>
          <dgm:chPref val="3"/>
          <dgm:dir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D6A8C4ED-A233-4D78-827D-4D86B37C8F71}" type="pres">
      <dgm:prSet presAssocID="{0F179321-1B9E-4196-80F2-A38DF1707A0B}" presName="horFlow" presStyleCnt="0"/>
      <dgm:spPr/>
    </dgm:pt>
    <dgm:pt modelId="{7D8F1E54-459E-4373-962B-87BDE21D6B68}" type="pres">
      <dgm:prSet presAssocID="{0F179321-1B9E-4196-80F2-A38DF1707A0B}" presName="bigChev" presStyleLbl="node1" presStyleIdx="0" presStyleCnt="2"/>
      <dgm:spPr/>
      <dgm:t>
        <a:bodyPr/>
        <a:lstStyle/>
        <a:p>
          <a:endParaRPr lang="en-US"/>
        </a:p>
      </dgm:t>
    </dgm:pt>
    <dgm:pt modelId="{F1000554-E372-4FBC-A56D-56F527AD162F}" type="pres">
      <dgm:prSet presAssocID="{03D6E553-1AFC-441E-AFEF-0D9F3648A26E}" presName="parTrans" presStyleCnt="0"/>
      <dgm:spPr/>
    </dgm:pt>
    <dgm:pt modelId="{570C6873-3FE9-42BE-9B28-FF6E9F81989E}" type="pres">
      <dgm:prSet presAssocID="{33905456-35EB-4E20-BE61-65B5A7DE6272}" presName="node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A39B9D5-14E1-477E-8A52-C7AE368959C3}" type="pres">
      <dgm:prSet presAssocID="{0F179321-1B9E-4196-80F2-A38DF1707A0B}" presName="vSp" presStyleCnt="0"/>
      <dgm:spPr/>
    </dgm:pt>
    <dgm:pt modelId="{0172DDA3-2B41-43A5-AD78-55BBCA18935B}" type="pres">
      <dgm:prSet presAssocID="{216FFA5E-27AA-4395-B815-BD4EB5BD3C7C}" presName="horFlow" presStyleCnt="0"/>
      <dgm:spPr/>
    </dgm:pt>
    <dgm:pt modelId="{E3BB792B-5765-4C2D-8E8D-9746FE17A59E}" type="pres">
      <dgm:prSet presAssocID="{216FFA5E-27AA-4395-B815-BD4EB5BD3C7C}" presName="bigChev" presStyleLbl="node1" presStyleIdx="1" presStyleCnt="2"/>
      <dgm:spPr/>
      <dgm:t>
        <a:bodyPr/>
        <a:lstStyle/>
        <a:p>
          <a:endParaRPr lang="en-US"/>
        </a:p>
      </dgm:t>
    </dgm:pt>
    <dgm:pt modelId="{3AE47C84-515C-401A-B294-94A6810DC70E}" type="pres">
      <dgm:prSet presAssocID="{DD150F17-371E-47F2-9216-49D6DE9B369E}" presName="parTrans" presStyleCnt="0"/>
      <dgm:spPr/>
    </dgm:pt>
    <dgm:pt modelId="{AAEA0052-EEDB-443C-9C54-422FEEB7B088}" type="pres">
      <dgm:prSet presAssocID="{B33D04C2-B038-4149-B7FC-457DCA1E0FA9}" presName="node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06348681-6CE3-43A6-AA48-FDF54D5DBDEE}" srcId="{DA638105-C5ED-496C-A2C2-E010C777FD12}" destId="{0F179321-1B9E-4196-80F2-A38DF1707A0B}" srcOrd="0" destOrd="0" parTransId="{D0DE7E7E-C3E8-4084-A486-7D1C79018620}" sibTransId="{0A7FCB6A-7AB7-47D9-A209-EEEF0F2D2EC3}"/>
    <dgm:cxn modelId="{7A529044-95FF-49BE-9121-B7D746D7962A}" type="presOf" srcId="{216FFA5E-27AA-4395-B815-BD4EB5BD3C7C}" destId="{E3BB792B-5765-4C2D-8E8D-9746FE17A59E}" srcOrd="0" destOrd="0" presId="urn:microsoft.com/office/officeart/2005/8/layout/lProcess3"/>
    <dgm:cxn modelId="{40E4856C-85D6-4A3D-82E6-4F86FC5AA7A2}" srcId="{DA638105-C5ED-496C-A2C2-E010C777FD12}" destId="{216FFA5E-27AA-4395-B815-BD4EB5BD3C7C}" srcOrd="1" destOrd="0" parTransId="{4592B3DE-3BC5-412A-947C-130632F23A49}" sibTransId="{345BD870-A970-4F65-916D-B23F1EE25D9A}"/>
    <dgm:cxn modelId="{5561AB8A-0267-4DC6-9565-A533CB7316CB}" type="presOf" srcId="{33905456-35EB-4E20-BE61-65B5A7DE6272}" destId="{570C6873-3FE9-42BE-9B28-FF6E9F81989E}" srcOrd="0" destOrd="0" presId="urn:microsoft.com/office/officeart/2005/8/layout/lProcess3"/>
    <dgm:cxn modelId="{BD3B1368-1C07-4EC4-BB13-A2CDA8723E31}" type="presOf" srcId="{0F179321-1B9E-4196-80F2-A38DF1707A0B}" destId="{7D8F1E54-459E-4373-962B-87BDE21D6B68}" srcOrd="0" destOrd="0" presId="urn:microsoft.com/office/officeart/2005/8/layout/lProcess3"/>
    <dgm:cxn modelId="{20B083B8-67DE-4F27-A29C-BB7E4DB23C85}" srcId="{216FFA5E-27AA-4395-B815-BD4EB5BD3C7C}" destId="{B33D04C2-B038-4149-B7FC-457DCA1E0FA9}" srcOrd="0" destOrd="0" parTransId="{DD150F17-371E-47F2-9216-49D6DE9B369E}" sibTransId="{DAA72984-4DAB-4290-A670-C3E30BCD92A6}"/>
    <dgm:cxn modelId="{0F9BA4CA-E1D3-4231-87FB-45FD08A245AF}" type="presOf" srcId="{B33D04C2-B038-4149-B7FC-457DCA1E0FA9}" destId="{AAEA0052-EEDB-443C-9C54-422FEEB7B088}" srcOrd="0" destOrd="0" presId="urn:microsoft.com/office/officeart/2005/8/layout/lProcess3"/>
    <dgm:cxn modelId="{BA5A94BC-D31D-4400-950C-7E43D378004C}" srcId="{0F179321-1B9E-4196-80F2-A38DF1707A0B}" destId="{33905456-35EB-4E20-BE61-65B5A7DE6272}" srcOrd="0" destOrd="0" parTransId="{03D6E553-1AFC-441E-AFEF-0D9F3648A26E}" sibTransId="{C39BE91E-57F6-4550-B67A-F16E16505908}"/>
    <dgm:cxn modelId="{B08ABE7F-78D6-49D5-9E2A-08F7494EFABC}" type="presOf" srcId="{DA638105-C5ED-496C-A2C2-E010C777FD12}" destId="{2506BDFA-B6F8-4A8C-87D0-E93A1669BE73}" srcOrd="0" destOrd="0" presId="urn:microsoft.com/office/officeart/2005/8/layout/lProcess3"/>
    <dgm:cxn modelId="{319E2772-964D-4E17-9F69-01F2A14F29D6}" type="presParOf" srcId="{2506BDFA-B6F8-4A8C-87D0-E93A1669BE73}" destId="{D6A8C4ED-A233-4D78-827D-4D86B37C8F71}" srcOrd="0" destOrd="0" presId="urn:microsoft.com/office/officeart/2005/8/layout/lProcess3"/>
    <dgm:cxn modelId="{E1BB0AF4-BE96-4E5E-813D-62707D3FA5C8}" type="presParOf" srcId="{D6A8C4ED-A233-4D78-827D-4D86B37C8F71}" destId="{7D8F1E54-459E-4373-962B-87BDE21D6B68}" srcOrd="0" destOrd="0" presId="urn:microsoft.com/office/officeart/2005/8/layout/lProcess3"/>
    <dgm:cxn modelId="{776F7D78-C7F4-4722-927F-1792768AA2E5}" type="presParOf" srcId="{D6A8C4ED-A233-4D78-827D-4D86B37C8F71}" destId="{F1000554-E372-4FBC-A56D-56F527AD162F}" srcOrd="1" destOrd="0" presId="urn:microsoft.com/office/officeart/2005/8/layout/lProcess3"/>
    <dgm:cxn modelId="{D015F9C5-A785-45CB-B626-EB6440B6DE5C}" type="presParOf" srcId="{D6A8C4ED-A233-4D78-827D-4D86B37C8F71}" destId="{570C6873-3FE9-42BE-9B28-FF6E9F81989E}" srcOrd="2" destOrd="0" presId="urn:microsoft.com/office/officeart/2005/8/layout/lProcess3"/>
    <dgm:cxn modelId="{A07E949C-67F8-41CE-B52A-4FC4876BF849}" type="presParOf" srcId="{2506BDFA-B6F8-4A8C-87D0-E93A1669BE73}" destId="{8A39B9D5-14E1-477E-8A52-C7AE368959C3}" srcOrd="1" destOrd="0" presId="urn:microsoft.com/office/officeart/2005/8/layout/lProcess3"/>
    <dgm:cxn modelId="{11218EF6-5CAD-4304-9022-8D8C88931918}" type="presParOf" srcId="{2506BDFA-B6F8-4A8C-87D0-E93A1669BE73}" destId="{0172DDA3-2B41-43A5-AD78-55BBCA18935B}" srcOrd="2" destOrd="0" presId="urn:microsoft.com/office/officeart/2005/8/layout/lProcess3"/>
    <dgm:cxn modelId="{8E07D96B-19B0-496B-B904-2AEF13EE980A}" type="presParOf" srcId="{0172DDA3-2B41-43A5-AD78-55BBCA18935B}" destId="{E3BB792B-5765-4C2D-8E8D-9746FE17A59E}" srcOrd="0" destOrd="0" presId="urn:microsoft.com/office/officeart/2005/8/layout/lProcess3"/>
    <dgm:cxn modelId="{913C0880-F77B-43C2-9648-EE6BC9CE1D14}" type="presParOf" srcId="{0172DDA3-2B41-43A5-AD78-55BBCA18935B}" destId="{3AE47C84-515C-401A-B294-94A6810DC70E}" srcOrd="1" destOrd="0" presId="urn:microsoft.com/office/officeart/2005/8/layout/lProcess3"/>
    <dgm:cxn modelId="{B13539A8-244B-4793-9D24-16A30FF3587A}" type="presParOf" srcId="{0172DDA3-2B41-43A5-AD78-55BBCA18935B}" destId="{AAEA0052-EEDB-443C-9C54-422FEEB7B088}" srcOrd="2" destOrd="0" presId="urn:microsoft.com/office/officeart/2005/8/layout/lProcess3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87EAAC39-3EC2-4E30-98E2-3C9817E76F24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AF991C94-9ED7-470D-9504-F11DC44F6075}">
      <dgm:prSet/>
      <dgm:spPr/>
      <dgm:t>
        <a:bodyPr/>
        <a:lstStyle/>
        <a:p>
          <a:r>
            <a:rPr lang="en-US" b="1" dirty="0"/>
            <a:t>HOW TO GAIN PRACTICAL EXPERIENCE ?</a:t>
          </a:r>
          <a:endParaRPr lang="en-US" dirty="0"/>
        </a:p>
      </dgm:t>
    </dgm:pt>
    <dgm:pt modelId="{BD689B01-0499-4928-949D-275B533A5ABF}" type="parTrans" cxnId="{AF165924-4EBC-4F85-934F-2D73B53A8D23}">
      <dgm:prSet/>
      <dgm:spPr/>
      <dgm:t>
        <a:bodyPr/>
        <a:lstStyle/>
        <a:p>
          <a:endParaRPr lang="en-US"/>
        </a:p>
      </dgm:t>
    </dgm:pt>
    <dgm:pt modelId="{3C2363AB-AB01-4B94-88C1-C6253AD85534}" type="sibTrans" cxnId="{AF165924-4EBC-4F85-934F-2D73B53A8D23}">
      <dgm:prSet/>
      <dgm:spPr/>
      <dgm:t>
        <a:bodyPr/>
        <a:lstStyle/>
        <a:p>
          <a:endParaRPr lang="en-US"/>
        </a:p>
      </dgm:t>
    </dgm:pt>
    <dgm:pt modelId="{82EDC03C-2DFA-44C0-9510-DEFC6D92B1F3}" type="pres">
      <dgm:prSet presAssocID="{87EAAC39-3EC2-4E30-98E2-3C9817E76F2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18D6DC0-600B-4E5D-A9E4-EEB3EE0E17DC}" type="pres">
      <dgm:prSet presAssocID="{AF991C94-9ED7-470D-9504-F11DC44F6075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F165924-4EBC-4F85-934F-2D73B53A8D23}" srcId="{87EAAC39-3EC2-4E30-98E2-3C9817E76F24}" destId="{AF991C94-9ED7-470D-9504-F11DC44F6075}" srcOrd="0" destOrd="0" parTransId="{BD689B01-0499-4928-949D-275B533A5ABF}" sibTransId="{3C2363AB-AB01-4B94-88C1-C6253AD85534}"/>
    <dgm:cxn modelId="{FE5858A5-989F-4FFA-8C28-FA1F33728672}" type="presOf" srcId="{87EAAC39-3EC2-4E30-98E2-3C9817E76F24}" destId="{82EDC03C-2DFA-44C0-9510-DEFC6D92B1F3}" srcOrd="0" destOrd="0" presId="urn:microsoft.com/office/officeart/2005/8/layout/vList2"/>
    <dgm:cxn modelId="{09F3A843-5EFE-4492-9A56-068138B96CD6}" type="presOf" srcId="{AF991C94-9ED7-470D-9504-F11DC44F6075}" destId="{518D6DC0-600B-4E5D-A9E4-EEB3EE0E17DC}" srcOrd="0" destOrd="0" presId="urn:microsoft.com/office/officeart/2005/8/layout/vList2"/>
    <dgm:cxn modelId="{ED950320-3851-42E8-8C8E-D184EF79B89C}" type="presParOf" srcId="{82EDC03C-2DFA-44C0-9510-DEFC6D92B1F3}" destId="{518D6DC0-600B-4E5D-A9E4-EEB3EE0E17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3E0305B-3FB2-4B1B-9BA5-2FDB69872C13}" type="doc">
      <dgm:prSet loTypeId="urn:microsoft.com/office/officeart/2005/8/layout/chevron2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776AB4E-94A7-4073-8006-847FC7EC7C45}">
      <dgm:prSet/>
      <dgm:spPr/>
      <dgm:t>
        <a:bodyPr/>
        <a:lstStyle/>
        <a:p>
          <a:r>
            <a:rPr lang="en-US" b="0" i="0"/>
            <a:t>Internships</a:t>
          </a:r>
          <a:endParaRPr lang="en-US"/>
        </a:p>
      </dgm:t>
    </dgm:pt>
    <dgm:pt modelId="{94AA832E-7907-45C4-8C6A-BB7101AADE07}" type="parTrans" cxnId="{A5FE65A5-7A37-4A53-8E15-ECC18D17B30F}">
      <dgm:prSet/>
      <dgm:spPr/>
      <dgm:t>
        <a:bodyPr/>
        <a:lstStyle/>
        <a:p>
          <a:endParaRPr lang="en-US"/>
        </a:p>
      </dgm:t>
    </dgm:pt>
    <dgm:pt modelId="{3913232A-46D5-4ADE-9223-845446D18B41}" type="sibTrans" cxnId="{A5FE65A5-7A37-4A53-8E15-ECC18D17B30F}">
      <dgm:prSet/>
      <dgm:spPr/>
      <dgm:t>
        <a:bodyPr/>
        <a:lstStyle/>
        <a:p>
          <a:endParaRPr lang="en-US"/>
        </a:p>
      </dgm:t>
    </dgm:pt>
    <dgm:pt modelId="{71BA7D73-3191-408B-A252-37CB864AF2F8}">
      <dgm:prSet/>
      <dgm:spPr/>
      <dgm:t>
        <a:bodyPr/>
        <a:lstStyle/>
        <a:p>
          <a:r>
            <a:rPr lang="en-US" b="0" i="0"/>
            <a:t>Apply for internships in tech companies to work on real-world projects</a:t>
          </a:r>
          <a:endParaRPr lang="en-US"/>
        </a:p>
      </dgm:t>
    </dgm:pt>
    <dgm:pt modelId="{CEDBCC50-9D7D-4D69-B282-CB2EA47634B3}" type="parTrans" cxnId="{8C694381-D11A-44C8-A03A-1B5DA42C2706}">
      <dgm:prSet/>
      <dgm:spPr/>
      <dgm:t>
        <a:bodyPr/>
        <a:lstStyle/>
        <a:p>
          <a:endParaRPr lang="en-US"/>
        </a:p>
      </dgm:t>
    </dgm:pt>
    <dgm:pt modelId="{09B09B1B-3043-481B-A584-62229E05D258}" type="sibTrans" cxnId="{8C694381-D11A-44C8-A03A-1B5DA42C2706}">
      <dgm:prSet/>
      <dgm:spPr/>
      <dgm:t>
        <a:bodyPr/>
        <a:lstStyle/>
        <a:p>
          <a:endParaRPr lang="en-US"/>
        </a:p>
      </dgm:t>
    </dgm:pt>
    <dgm:pt modelId="{C6E4CF16-87E1-4EA4-9CF2-582840A6E8BC}">
      <dgm:prSet/>
      <dgm:spPr/>
      <dgm:t>
        <a:bodyPr/>
        <a:lstStyle/>
        <a:p>
          <a:r>
            <a:rPr lang="en-US" b="0" i="0"/>
            <a:t>Projects</a:t>
          </a:r>
          <a:endParaRPr lang="en-US"/>
        </a:p>
      </dgm:t>
    </dgm:pt>
    <dgm:pt modelId="{EB6BF722-3E98-4D90-A6B1-A6F77EEA26BC}" type="parTrans" cxnId="{B130EE19-89EB-4881-BB84-5558D376B8D2}">
      <dgm:prSet/>
      <dgm:spPr/>
      <dgm:t>
        <a:bodyPr/>
        <a:lstStyle/>
        <a:p>
          <a:endParaRPr lang="en-US"/>
        </a:p>
      </dgm:t>
    </dgm:pt>
    <dgm:pt modelId="{42F5EE33-2D86-4767-AA65-85016F35BB2C}" type="sibTrans" cxnId="{B130EE19-89EB-4881-BB84-5558D376B8D2}">
      <dgm:prSet/>
      <dgm:spPr/>
      <dgm:t>
        <a:bodyPr/>
        <a:lstStyle/>
        <a:p>
          <a:endParaRPr lang="en-US"/>
        </a:p>
      </dgm:t>
    </dgm:pt>
    <dgm:pt modelId="{F0100BDB-EC9D-47F9-85B3-BA91BBC80B08}">
      <dgm:prSet/>
      <dgm:spPr/>
      <dgm:t>
        <a:bodyPr/>
        <a:lstStyle/>
        <a:p>
          <a:r>
            <a:rPr lang="en-US" b="0" i="0"/>
            <a:t>Engage in personal or group projects that solve real problems</a:t>
          </a:r>
          <a:endParaRPr lang="en-US"/>
        </a:p>
      </dgm:t>
    </dgm:pt>
    <dgm:pt modelId="{7E9E3A6D-0B14-4A13-9EBA-F39F9604DC94}" type="parTrans" cxnId="{0754511E-A73F-491C-AC22-B548982C0299}">
      <dgm:prSet/>
      <dgm:spPr/>
      <dgm:t>
        <a:bodyPr/>
        <a:lstStyle/>
        <a:p>
          <a:endParaRPr lang="en-US"/>
        </a:p>
      </dgm:t>
    </dgm:pt>
    <dgm:pt modelId="{99C6A45E-4023-431A-98DA-9DD6ED6D8627}" type="sibTrans" cxnId="{0754511E-A73F-491C-AC22-B548982C0299}">
      <dgm:prSet/>
      <dgm:spPr/>
      <dgm:t>
        <a:bodyPr/>
        <a:lstStyle/>
        <a:p>
          <a:endParaRPr lang="en-US"/>
        </a:p>
      </dgm:t>
    </dgm:pt>
    <dgm:pt modelId="{1FA829DB-F278-46AF-9FBE-029923E89B0F}">
      <dgm:prSet/>
      <dgm:spPr/>
      <dgm:t>
        <a:bodyPr/>
        <a:lstStyle/>
        <a:p>
          <a:r>
            <a:rPr lang="en-US" b="0" i="0"/>
            <a:t>Participate in hackathons to develop skills under time constraints.</a:t>
          </a:r>
          <a:endParaRPr lang="en-US"/>
        </a:p>
      </dgm:t>
    </dgm:pt>
    <dgm:pt modelId="{1FAFDE4C-8978-495B-A2BC-01F0EB6E0596}" type="parTrans" cxnId="{19836C0C-376C-4125-8CD1-DC3D68D9623C}">
      <dgm:prSet/>
      <dgm:spPr/>
      <dgm:t>
        <a:bodyPr/>
        <a:lstStyle/>
        <a:p>
          <a:endParaRPr lang="en-US"/>
        </a:p>
      </dgm:t>
    </dgm:pt>
    <dgm:pt modelId="{96431E24-3A93-4D01-AC0F-C435C223F35C}" type="sibTrans" cxnId="{19836C0C-376C-4125-8CD1-DC3D68D9623C}">
      <dgm:prSet/>
      <dgm:spPr/>
      <dgm:t>
        <a:bodyPr/>
        <a:lstStyle/>
        <a:p>
          <a:endParaRPr lang="en-US"/>
        </a:p>
      </dgm:t>
    </dgm:pt>
    <dgm:pt modelId="{E41C97FE-4203-40A9-82C7-BA36EC8929D4}">
      <dgm:prSet/>
      <dgm:spPr/>
      <dgm:t>
        <a:bodyPr/>
        <a:lstStyle/>
        <a:p>
          <a:r>
            <a:rPr lang="en-US" b="0" i="0"/>
            <a:t>Hackathons</a:t>
          </a:r>
          <a:endParaRPr lang="en-US"/>
        </a:p>
      </dgm:t>
    </dgm:pt>
    <dgm:pt modelId="{93DFFD02-FBF0-40CB-BB6C-2BE7171A576D}" type="sibTrans" cxnId="{62A4981F-D38A-41CE-8A10-260D9771E6E4}">
      <dgm:prSet/>
      <dgm:spPr/>
      <dgm:t>
        <a:bodyPr/>
        <a:lstStyle/>
        <a:p>
          <a:endParaRPr lang="en-US"/>
        </a:p>
      </dgm:t>
    </dgm:pt>
    <dgm:pt modelId="{4FBBB69F-310A-4C31-9D2D-E6DDCC37881B}" type="parTrans" cxnId="{62A4981F-D38A-41CE-8A10-260D9771E6E4}">
      <dgm:prSet/>
      <dgm:spPr/>
      <dgm:t>
        <a:bodyPr/>
        <a:lstStyle/>
        <a:p>
          <a:endParaRPr lang="en-US"/>
        </a:p>
      </dgm:t>
    </dgm:pt>
    <dgm:pt modelId="{8A4150E7-1287-47B3-8959-65E8828E6190}" type="pres">
      <dgm:prSet presAssocID="{53E0305B-3FB2-4B1B-9BA5-2FDB69872C13}" presName="linearFlow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4C2A5B7-1A13-43F1-B3B8-FD5701D8CDBB}" type="pres">
      <dgm:prSet presAssocID="{3776AB4E-94A7-4073-8006-847FC7EC7C45}" presName="composite" presStyleCnt="0"/>
      <dgm:spPr/>
    </dgm:pt>
    <dgm:pt modelId="{D0F18E2E-9A85-421B-BD70-674655100733}" type="pres">
      <dgm:prSet presAssocID="{3776AB4E-94A7-4073-8006-847FC7EC7C45}" presName="parentText" presStyleLbl="alignNode1" presStyleIdx="0" presStyleCnt="3" custLinFactNeighborY="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2E8A8C8-6F44-45AD-868C-3277F17A8928}" type="pres">
      <dgm:prSet presAssocID="{3776AB4E-94A7-4073-8006-847FC7EC7C45}" presName="descendantText" presStyleLbl="alignAcc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DF19179-2743-4DF4-892E-67E1BB406EB2}" type="pres">
      <dgm:prSet presAssocID="{3913232A-46D5-4ADE-9223-845446D18B41}" presName="sp" presStyleCnt="0"/>
      <dgm:spPr/>
    </dgm:pt>
    <dgm:pt modelId="{7693A514-A835-4AD5-B25A-DC13FC083AB5}" type="pres">
      <dgm:prSet presAssocID="{C6E4CF16-87E1-4EA4-9CF2-582840A6E8BC}" presName="composite" presStyleCnt="0"/>
      <dgm:spPr/>
    </dgm:pt>
    <dgm:pt modelId="{2E0E3140-BF32-4542-B70D-DFF5D0EE09A5}" type="pres">
      <dgm:prSet presAssocID="{C6E4CF16-87E1-4EA4-9CF2-582840A6E8BC}" presName="parentText" presStyleLbl="align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1164E4B-DAE7-43F4-9F09-8A77FFA8D654}" type="pres">
      <dgm:prSet presAssocID="{C6E4CF16-87E1-4EA4-9CF2-582840A6E8BC}" presName="descendantText" presStyleLbl="align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B1129D2-641E-4EF6-BE17-A8C5526BD1D5}" type="pres">
      <dgm:prSet presAssocID="{42F5EE33-2D86-4767-AA65-85016F35BB2C}" presName="sp" presStyleCnt="0"/>
      <dgm:spPr/>
    </dgm:pt>
    <dgm:pt modelId="{89899A89-D0B6-4B6F-962C-427477CDCFC6}" type="pres">
      <dgm:prSet presAssocID="{E41C97FE-4203-40A9-82C7-BA36EC8929D4}" presName="composite" presStyleCnt="0"/>
      <dgm:spPr/>
    </dgm:pt>
    <dgm:pt modelId="{6AD929EC-7229-4759-9A0F-4CF826EB3CE4}" type="pres">
      <dgm:prSet presAssocID="{E41C97FE-4203-40A9-82C7-BA36EC8929D4}" presName="parentText" presStyleLbl="align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A8BB8A-1B4D-4830-9FD6-AB479F03FE17}" type="pres">
      <dgm:prSet presAssocID="{E41C97FE-4203-40A9-82C7-BA36EC8929D4}" presName="descendantText" presStyleLbl="alignAcc1" presStyleIdx="2" presStyleCnt="3" custLinFactNeighborY="-3978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B130EE19-89EB-4881-BB84-5558D376B8D2}" srcId="{53E0305B-3FB2-4B1B-9BA5-2FDB69872C13}" destId="{C6E4CF16-87E1-4EA4-9CF2-582840A6E8BC}" srcOrd="1" destOrd="0" parTransId="{EB6BF722-3E98-4D90-A6B1-A6F77EEA26BC}" sibTransId="{42F5EE33-2D86-4767-AA65-85016F35BB2C}"/>
    <dgm:cxn modelId="{A5FE65A5-7A37-4A53-8E15-ECC18D17B30F}" srcId="{53E0305B-3FB2-4B1B-9BA5-2FDB69872C13}" destId="{3776AB4E-94A7-4073-8006-847FC7EC7C45}" srcOrd="0" destOrd="0" parTransId="{94AA832E-7907-45C4-8C6A-BB7101AADE07}" sibTransId="{3913232A-46D5-4ADE-9223-845446D18B41}"/>
    <dgm:cxn modelId="{A76C0648-7866-4B14-B36C-CABDF91F6CC1}" type="presOf" srcId="{71BA7D73-3191-408B-A252-37CB864AF2F8}" destId="{92E8A8C8-6F44-45AD-868C-3277F17A8928}" srcOrd="0" destOrd="0" presId="urn:microsoft.com/office/officeart/2005/8/layout/chevron2"/>
    <dgm:cxn modelId="{9462827C-2019-4869-A617-C52EF52C4156}" type="presOf" srcId="{E41C97FE-4203-40A9-82C7-BA36EC8929D4}" destId="{6AD929EC-7229-4759-9A0F-4CF826EB3CE4}" srcOrd="0" destOrd="0" presId="urn:microsoft.com/office/officeart/2005/8/layout/chevron2"/>
    <dgm:cxn modelId="{0754511E-A73F-491C-AC22-B548982C0299}" srcId="{C6E4CF16-87E1-4EA4-9CF2-582840A6E8BC}" destId="{F0100BDB-EC9D-47F9-85B3-BA91BBC80B08}" srcOrd="0" destOrd="0" parTransId="{7E9E3A6D-0B14-4A13-9EBA-F39F9604DC94}" sibTransId="{99C6A45E-4023-431A-98DA-9DD6ED6D8627}"/>
    <dgm:cxn modelId="{13558E7A-7E8B-42CF-BA64-7E35262074E8}" type="presOf" srcId="{C6E4CF16-87E1-4EA4-9CF2-582840A6E8BC}" destId="{2E0E3140-BF32-4542-B70D-DFF5D0EE09A5}" srcOrd="0" destOrd="0" presId="urn:microsoft.com/office/officeart/2005/8/layout/chevron2"/>
    <dgm:cxn modelId="{8C694381-D11A-44C8-A03A-1B5DA42C2706}" srcId="{3776AB4E-94A7-4073-8006-847FC7EC7C45}" destId="{71BA7D73-3191-408B-A252-37CB864AF2F8}" srcOrd="0" destOrd="0" parTransId="{CEDBCC50-9D7D-4D69-B282-CB2EA47634B3}" sibTransId="{09B09B1B-3043-481B-A584-62229E05D258}"/>
    <dgm:cxn modelId="{62A4981F-D38A-41CE-8A10-260D9771E6E4}" srcId="{53E0305B-3FB2-4B1B-9BA5-2FDB69872C13}" destId="{E41C97FE-4203-40A9-82C7-BA36EC8929D4}" srcOrd="2" destOrd="0" parTransId="{4FBBB69F-310A-4C31-9D2D-E6DDCC37881B}" sibTransId="{93DFFD02-FBF0-40CB-BB6C-2BE7171A576D}"/>
    <dgm:cxn modelId="{BEC3BDF6-A465-4829-A5FE-6E0B4AE44BEA}" type="presOf" srcId="{53E0305B-3FB2-4B1B-9BA5-2FDB69872C13}" destId="{8A4150E7-1287-47B3-8959-65E8828E6190}" srcOrd="0" destOrd="0" presId="urn:microsoft.com/office/officeart/2005/8/layout/chevron2"/>
    <dgm:cxn modelId="{DE315A49-F9F2-42EC-8E02-C793E6E558F6}" type="presOf" srcId="{3776AB4E-94A7-4073-8006-847FC7EC7C45}" destId="{D0F18E2E-9A85-421B-BD70-674655100733}" srcOrd="0" destOrd="0" presId="urn:microsoft.com/office/officeart/2005/8/layout/chevron2"/>
    <dgm:cxn modelId="{19836C0C-376C-4125-8CD1-DC3D68D9623C}" srcId="{E41C97FE-4203-40A9-82C7-BA36EC8929D4}" destId="{1FA829DB-F278-46AF-9FBE-029923E89B0F}" srcOrd="0" destOrd="0" parTransId="{1FAFDE4C-8978-495B-A2BC-01F0EB6E0596}" sibTransId="{96431E24-3A93-4D01-AC0F-C435C223F35C}"/>
    <dgm:cxn modelId="{529661F4-0EFF-4310-9D4B-15F6BA192A62}" type="presOf" srcId="{1FA829DB-F278-46AF-9FBE-029923E89B0F}" destId="{A9A8BB8A-1B4D-4830-9FD6-AB479F03FE17}" srcOrd="0" destOrd="0" presId="urn:microsoft.com/office/officeart/2005/8/layout/chevron2"/>
    <dgm:cxn modelId="{D7814E6C-682F-47D9-8A33-D00E8C6CBDFE}" type="presOf" srcId="{F0100BDB-EC9D-47F9-85B3-BA91BBC80B08}" destId="{D1164E4B-DAE7-43F4-9F09-8A77FFA8D654}" srcOrd="0" destOrd="0" presId="urn:microsoft.com/office/officeart/2005/8/layout/chevron2"/>
    <dgm:cxn modelId="{4D7E9872-818C-4605-A4E2-57A0356FDF50}" type="presParOf" srcId="{8A4150E7-1287-47B3-8959-65E8828E6190}" destId="{74C2A5B7-1A13-43F1-B3B8-FD5701D8CDBB}" srcOrd="0" destOrd="0" presId="urn:microsoft.com/office/officeart/2005/8/layout/chevron2"/>
    <dgm:cxn modelId="{33493BC9-0835-404A-A48D-D9416B025590}" type="presParOf" srcId="{74C2A5B7-1A13-43F1-B3B8-FD5701D8CDBB}" destId="{D0F18E2E-9A85-421B-BD70-674655100733}" srcOrd="0" destOrd="0" presId="urn:microsoft.com/office/officeart/2005/8/layout/chevron2"/>
    <dgm:cxn modelId="{FE97FD4E-B1DC-404F-AB48-0B916D54ACC4}" type="presParOf" srcId="{74C2A5B7-1A13-43F1-B3B8-FD5701D8CDBB}" destId="{92E8A8C8-6F44-45AD-868C-3277F17A8928}" srcOrd="1" destOrd="0" presId="urn:microsoft.com/office/officeart/2005/8/layout/chevron2"/>
    <dgm:cxn modelId="{F3D1411D-0827-4938-9C8D-F053039CD5E7}" type="presParOf" srcId="{8A4150E7-1287-47B3-8959-65E8828E6190}" destId="{7DF19179-2743-4DF4-892E-67E1BB406EB2}" srcOrd="1" destOrd="0" presId="urn:microsoft.com/office/officeart/2005/8/layout/chevron2"/>
    <dgm:cxn modelId="{B939BB48-1996-40D7-85A4-7E312BE2EBF0}" type="presParOf" srcId="{8A4150E7-1287-47B3-8959-65E8828E6190}" destId="{7693A514-A835-4AD5-B25A-DC13FC083AB5}" srcOrd="2" destOrd="0" presId="urn:microsoft.com/office/officeart/2005/8/layout/chevron2"/>
    <dgm:cxn modelId="{DB504DA6-4484-441C-B78E-9C43B0BB8609}" type="presParOf" srcId="{7693A514-A835-4AD5-B25A-DC13FC083AB5}" destId="{2E0E3140-BF32-4542-B70D-DFF5D0EE09A5}" srcOrd="0" destOrd="0" presId="urn:microsoft.com/office/officeart/2005/8/layout/chevron2"/>
    <dgm:cxn modelId="{2D15C6A5-CCC2-4C64-8292-ADEF1204E064}" type="presParOf" srcId="{7693A514-A835-4AD5-B25A-DC13FC083AB5}" destId="{D1164E4B-DAE7-43F4-9F09-8A77FFA8D654}" srcOrd="1" destOrd="0" presId="urn:microsoft.com/office/officeart/2005/8/layout/chevron2"/>
    <dgm:cxn modelId="{51586CAD-74E3-4CB2-B5A8-1838D8DAB2AC}" type="presParOf" srcId="{8A4150E7-1287-47B3-8959-65E8828E6190}" destId="{CB1129D2-641E-4EF6-BE17-A8C5526BD1D5}" srcOrd="3" destOrd="0" presId="urn:microsoft.com/office/officeart/2005/8/layout/chevron2"/>
    <dgm:cxn modelId="{805DF5B0-568D-4778-9021-12871CDF338B}" type="presParOf" srcId="{8A4150E7-1287-47B3-8959-65E8828E6190}" destId="{89899A89-D0B6-4B6F-962C-427477CDCFC6}" srcOrd="4" destOrd="0" presId="urn:microsoft.com/office/officeart/2005/8/layout/chevron2"/>
    <dgm:cxn modelId="{4C8DB3B7-FEAF-4B67-AE2F-830A366F4011}" type="presParOf" srcId="{89899A89-D0B6-4B6F-962C-427477CDCFC6}" destId="{6AD929EC-7229-4759-9A0F-4CF826EB3CE4}" srcOrd="0" destOrd="0" presId="urn:microsoft.com/office/officeart/2005/8/layout/chevron2"/>
    <dgm:cxn modelId="{B434FCF6-FCF4-4737-B1DB-429DFCAC9DCB}" type="presParOf" srcId="{89899A89-D0B6-4B6F-962C-427477CDCFC6}" destId="{A9A8BB8A-1B4D-4830-9FD6-AB479F03FE17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445C4D4-A90F-4319-BB3E-BF11AC7C064B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F426DC94-03F0-442C-BCA5-338B0DD7B5D3}">
      <dgm:prSet custT="1"/>
      <dgm:spPr/>
      <dgm:t>
        <a:bodyPr/>
        <a:lstStyle/>
        <a:p>
          <a:r>
            <a:rPr lang="en-US" sz="3200" b="1" dirty="0"/>
            <a:t>RESUME &amp; INTERVIEW TIPS</a:t>
          </a:r>
          <a:endParaRPr lang="en-US" sz="3200" dirty="0"/>
        </a:p>
      </dgm:t>
    </dgm:pt>
    <dgm:pt modelId="{3F9DC5A1-E422-4432-AEDC-64908B3A7BB0}" type="parTrans" cxnId="{83C75F71-A017-46CA-8420-2E79766E1EF2}">
      <dgm:prSet/>
      <dgm:spPr/>
      <dgm:t>
        <a:bodyPr/>
        <a:lstStyle/>
        <a:p>
          <a:endParaRPr lang="en-US"/>
        </a:p>
      </dgm:t>
    </dgm:pt>
    <dgm:pt modelId="{BA26CBA0-3EE0-4817-9309-1AA25519DCB1}" type="sibTrans" cxnId="{83C75F71-A017-46CA-8420-2E79766E1EF2}">
      <dgm:prSet/>
      <dgm:spPr/>
      <dgm:t>
        <a:bodyPr/>
        <a:lstStyle/>
        <a:p>
          <a:endParaRPr lang="en-US"/>
        </a:p>
      </dgm:t>
    </dgm:pt>
    <dgm:pt modelId="{8B6CF6C1-0B1B-4529-A47C-646BFA934D00}" type="pres">
      <dgm:prSet presAssocID="{9445C4D4-A90F-4319-BB3E-BF11AC7C064B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93CCDD8-0694-45C2-8A59-5A991C69E989}" type="pres">
      <dgm:prSet presAssocID="{F426DC94-03F0-442C-BCA5-338B0DD7B5D3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3C75F71-A017-46CA-8420-2E79766E1EF2}" srcId="{9445C4D4-A90F-4319-BB3E-BF11AC7C064B}" destId="{F426DC94-03F0-442C-BCA5-338B0DD7B5D3}" srcOrd="0" destOrd="0" parTransId="{3F9DC5A1-E422-4432-AEDC-64908B3A7BB0}" sibTransId="{BA26CBA0-3EE0-4817-9309-1AA25519DCB1}"/>
    <dgm:cxn modelId="{B17FCCEF-BE86-42AB-B11B-E9D3EC547D0C}" type="presOf" srcId="{F426DC94-03F0-442C-BCA5-338B0DD7B5D3}" destId="{393CCDD8-0694-45C2-8A59-5A991C69E989}" srcOrd="0" destOrd="0" presId="urn:microsoft.com/office/officeart/2005/8/layout/vList2"/>
    <dgm:cxn modelId="{20A67A23-E997-4158-B86C-2232BB8BD0C7}" type="presOf" srcId="{9445C4D4-A90F-4319-BB3E-BF11AC7C064B}" destId="{8B6CF6C1-0B1B-4529-A47C-646BFA934D00}" srcOrd="0" destOrd="0" presId="urn:microsoft.com/office/officeart/2005/8/layout/vList2"/>
    <dgm:cxn modelId="{2ED15384-C736-40AC-A102-468AFB6F6A6E}" type="presParOf" srcId="{8B6CF6C1-0B1B-4529-A47C-646BFA934D00}" destId="{393CCDD8-0694-45C2-8A59-5A991C69E98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E536992-ECD4-44FE-8556-3C415022630D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1D504A9C-FC99-4EF8-9AA6-E39484FB14C0}">
      <dgm:prSet/>
      <dgm:spPr/>
      <dgm:t>
        <a:bodyPr/>
        <a:lstStyle/>
        <a:p>
          <a:r>
            <a:rPr lang="en-US" b="1" i="0"/>
            <a:t>Resume Tips for BTech CSE Core Students:</a:t>
          </a:r>
          <a:endParaRPr lang="en-US"/>
        </a:p>
      </dgm:t>
    </dgm:pt>
    <dgm:pt modelId="{89DEE84B-8AB7-4643-883C-6AB45FA812B9}" type="parTrans" cxnId="{6A68C55A-842A-4989-9E4D-A99DCF987DC9}">
      <dgm:prSet/>
      <dgm:spPr/>
      <dgm:t>
        <a:bodyPr/>
        <a:lstStyle/>
        <a:p>
          <a:endParaRPr lang="en-US"/>
        </a:p>
      </dgm:t>
    </dgm:pt>
    <dgm:pt modelId="{75D03D38-9968-4E9F-8FC8-195752237570}" type="sibTrans" cxnId="{6A68C55A-842A-4989-9E4D-A99DCF987DC9}">
      <dgm:prSet/>
      <dgm:spPr/>
      <dgm:t>
        <a:bodyPr/>
        <a:lstStyle/>
        <a:p>
          <a:endParaRPr lang="en-US"/>
        </a:p>
      </dgm:t>
    </dgm:pt>
    <dgm:pt modelId="{8BB01735-12AA-48CE-8731-F053EEBAFD38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Highlight Technical Skills: Focus on programming languages (e.g., Java, C++, Python), tools (e.g., Git, Docker), and technologies (e.g., AI, machine learning).</a:t>
          </a:r>
          <a:endParaRPr lang="en-US" dirty="0">
            <a:solidFill>
              <a:schemeClr val="accent4"/>
            </a:solidFill>
          </a:endParaRPr>
        </a:p>
      </dgm:t>
    </dgm:pt>
    <dgm:pt modelId="{DC29BF97-A2CF-49B9-AA58-5CED409B77DC}" type="parTrans" cxnId="{2257B842-2C68-484A-A513-48FC903D9F62}">
      <dgm:prSet/>
      <dgm:spPr/>
      <dgm:t>
        <a:bodyPr/>
        <a:lstStyle/>
        <a:p>
          <a:endParaRPr lang="en-US"/>
        </a:p>
      </dgm:t>
    </dgm:pt>
    <dgm:pt modelId="{2CB758EA-E86F-4AD6-9AB9-A4E8E85BE189}" type="sibTrans" cxnId="{2257B842-2C68-484A-A513-48FC903D9F62}">
      <dgm:prSet/>
      <dgm:spPr/>
      <dgm:t>
        <a:bodyPr/>
        <a:lstStyle/>
        <a:p>
          <a:endParaRPr lang="en-US"/>
        </a:p>
      </dgm:t>
    </dgm:pt>
    <dgm:pt modelId="{E8BBEF53-7A09-4522-932D-E9365115C1B7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Projects and Internships: Include relevant projects and internships that demonstrate practical experience and problem-solving abilities.</a:t>
          </a:r>
          <a:endParaRPr lang="en-US" dirty="0">
            <a:solidFill>
              <a:schemeClr val="accent4"/>
            </a:solidFill>
          </a:endParaRPr>
        </a:p>
      </dgm:t>
    </dgm:pt>
    <dgm:pt modelId="{5ACC2248-92D3-43E6-8BEC-AFB169DE4DCF}" type="parTrans" cxnId="{6BD1E20A-C5F0-4CF9-9FC0-A4CEB087BCDC}">
      <dgm:prSet/>
      <dgm:spPr/>
      <dgm:t>
        <a:bodyPr/>
        <a:lstStyle/>
        <a:p>
          <a:endParaRPr lang="en-US"/>
        </a:p>
      </dgm:t>
    </dgm:pt>
    <dgm:pt modelId="{04BE5378-4E56-4206-9CAC-21C48AFCF605}" type="sibTrans" cxnId="{6BD1E20A-C5F0-4CF9-9FC0-A4CEB087BCDC}">
      <dgm:prSet/>
      <dgm:spPr/>
      <dgm:t>
        <a:bodyPr/>
        <a:lstStyle/>
        <a:p>
          <a:endParaRPr lang="en-US"/>
        </a:p>
      </dgm:t>
    </dgm:pt>
    <dgm:pt modelId="{7312A1AC-9A79-4DA0-8C9C-E7FB619E9730}">
      <dgm:prSet/>
      <dgm:spPr/>
      <dgm:t>
        <a:bodyPr/>
        <a:lstStyle/>
        <a:p>
          <a:r>
            <a:rPr lang="en-US" b="0" i="0" dirty="0">
              <a:solidFill>
                <a:schemeClr val="accent4"/>
              </a:solidFill>
            </a:rPr>
            <a:t>Education Details: Clearly state your degree, university, and any relevant coursework or certifications.</a:t>
          </a:r>
          <a:endParaRPr lang="en-US" dirty="0">
            <a:solidFill>
              <a:schemeClr val="accent4"/>
            </a:solidFill>
          </a:endParaRPr>
        </a:p>
      </dgm:t>
    </dgm:pt>
    <dgm:pt modelId="{E4411C31-41D3-407F-A24A-57744D93D4EC}" type="parTrans" cxnId="{8CFEBE59-6F83-4173-A548-C224DB16A411}">
      <dgm:prSet/>
      <dgm:spPr/>
      <dgm:t>
        <a:bodyPr/>
        <a:lstStyle/>
        <a:p>
          <a:endParaRPr lang="en-US"/>
        </a:p>
      </dgm:t>
    </dgm:pt>
    <dgm:pt modelId="{3AC062D0-E30D-46D3-83C0-2E9A9BA2EF2F}" type="sibTrans" cxnId="{8CFEBE59-6F83-4173-A548-C224DB16A411}">
      <dgm:prSet/>
      <dgm:spPr/>
      <dgm:t>
        <a:bodyPr/>
        <a:lstStyle/>
        <a:p>
          <a:endParaRPr lang="en-US"/>
        </a:p>
      </dgm:t>
    </dgm:pt>
    <dgm:pt modelId="{9284668D-0FF8-4DB5-81E1-6A55BC5BE41A}">
      <dgm:prSet/>
      <dgm:spPr/>
      <dgm:t>
        <a:bodyPr/>
        <a:lstStyle/>
        <a:p>
          <a:r>
            <a:rPr lang="en-US" b="1" i="0"/>
            <a:t>Interview Tips for BTech CSE Core Students:</a:t>
          </a:r>
          <a:endParaRPr lang="en-US"/>
        </a:p>
      </dgm:t>
    </dgm:pt>
    <dgm:pt modelId="{4FA112E7-6D07-41D6-B1CA-67F1A1EA49D8}" type="parTrans" cxnId="{D14F7C7B-4B99-4271-B585-97606624BD72}">
      <dgm:prSet/>
      <dgm:spPr/>
      <dgm:t>
        <a:bodyPr/>
        <a:lstStyle/>
        <a:p>
          <a:endParaRPr lang="en-US"/>
        </a:p>
      </dgm:t>
    </dgm:pt>
    <dgm:pt modelId="{5CBD6034-4855-4ECE-85C0-E91FEF526EDD}" type="sibTrans" cxnId="{D14F7C7B-4B99-4271-B585-97606624BD72}">
      <dgm:prSet/>
      <dgm:spPr/>
      <dgm:t>
        <a:bodyPr/>
        <a:lstStyle/>
        <a:p>
          <a:endParaRPr lang="en-US"/>
        </a:p>
      </dgm:t>
    </dgm:pt>
    <dgm:pt modelId="{9456843A-BA89-4805-890B-BAEFA4F053FE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Prepare for Technical Questions: Review core subjects and practice coding problems on platforms like </a:t>
          </a:r>
          <a:r>
            <a:rPr lang="en-US" b="0" i="0" dirty="0" err="1">
              <a:solidFill>
                <a:srgbClr val="993300"/>
              </a:solidFill>
            </a:rPr>
            <a:t>LeetCode</a:t>
          </a:r>
          <a:r>
            <a:rPr lang="en-US" b="0" i="0" dirty="0">
              <a:solidFill>
                <a:srgbClr val="993300"/>
              </a:solidFill>
            </a:rPr>
            <a:t>.</a:t>
          </a:r>
          <a:endParaRPr lang="en-US" dirty="0">
            <a:solidFill>
              <a:srgbClr val="993300"/>
            </a:solidFill>
          </a:endParaRPr>
        </a:p>
      </dgm:t>
    </dgm:pt>
    <dgm:pt modelId="{E9D562A1-779B-4B91-9645-35B9B36409E8}" type="parTrans" cxnId="{290BF2A7-B5E0-4C0C-AC84-C1BD63799D49}">
      <dgm:prSet/>
      <dgm:spPr/>
      <dgm:t>
        <a:bodyPr/>
        <a:lstStyle/>
        <a:p>
          <a:endParaRPr lang="en-US"/>
        </a:p>
      </dgm:t>
    </dgm:pt>
    <dgm:pt modelId="{F5DE63D9-ED82-47B4-AFE4-A112AEB7C721}" type="sibTrans" cxnId="{290BF2A7-B5E0-4C0C-AC84-C1BD63799D49}">
      <dgm:prSet/>
      <dgm:spPr/>
      <dgm:t>
        <a:bodyPr/>
        <a:lstStyle/>
        <a:p>
          <a:endParaRPr lang="en-US"/>
        </a:p>
      </dgm:t>
    </dgm:pt>
    <dgm:pt modelId="{8D9E799C-BAB5-4C2A-8FE4-EB32462A487F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Behavioral Questions: Use the STAR method (Situation, Task, Action, Result) to structure responses to behavioral questions.</a:t>
          </a:r>
          <a:endParaRPr lang="en-US" dirty="0">
            <a:solidFill>
              <a:srgbClr val="993300"/>
            </a:solidFill>
          </a:endParaRPr>
        </a:p>
      </dgm:t>
    </dgm:pt>
    <dgm:pt modelId="{5940AE2B-05A4-4816-A45D-819EBA07EE03}" type="parTrans" cxnId="{8CC3B9B3-DA8D-41A5-ABFF-0ACB7AFA56C1}">
      <dgm:prSet/>
      <dgm:spPr/>
      <dgm:t>
        <a:bodyPr/>
        <a:lstStyle/>
        <a:p>
          <a:endParaRPr lang="en-US"/>
        </a:p>
      </dgm:t>
    </dgm:pt>
    <dgm:pt modelId="{51A02785-9A84-4A28-A712-DACA36D5F999}" type="sibTrans" cxnId="{8CC3B9B3-DA8D-41A5-ABFF-0ACB7AFA56C1}">
      <dgm:prSet/>
      <dgm:spPr/>
      <dgm:t>
        <a:bodyPr/>
        <a:lstStyle/>
        <a:p>
          <a:endParaRPr lang="en-US"/>
        </a:p>
      </dgm:t>
    </dgm:pt>
    <dgm:pt modelId="{BAC97A36-F27F-47D2-A9FB-3AE1F5BA902E}">
      <dgm:prSet/>
      <dgm:spPr/>
      <dgm:t>
        <a:bodyPr/>
        <a:lstStyle/>
        <a:p>
          <a:r>
            <a:rPr lang="en-US" b="0" i="0" dirty="0">
              <a:solidFill>
                <a:srgbClr val="993300"/>
              </a:solidFill>
            </a:rPr>
            <a:t>Mock Interviews: Conduct mock interviews with peers or mentors to build confidence and receive feedback.</a:t>
          </a:r>
          <a:endParaRPr lang="en-US" dirty="0">
            <a:solidFill>
              <a:srgbClr val="993300"/>
            </a:solidFill>
          </a:endParaRPr>
        </a:p>
      </dgm:t>
    </dgm:pt>
    <dgm:pt modelId="{438AE4CE-C95A-4CEC-A851-90CA9941045A}" type="parTrans" cxnId="{B0356131-E40D-4203-8181-49C6B5EEF95E}">
      <dgm:prSet/>
      <dgm:spPr/>
      <dgm:t>
        <a:bodyPr/>
        <a:lstStyle/>
        <a:p>
          <a:endParaRPr lang="en-US"/>
        </a:p>
      </dgm:t>
    </dgm:pt>
    <dgm:pt modelId="{2F61F2DC-F029-4456-B1F3-A65F1A86CEA6}" type="sibTrans" cxnId="{B0356131-E40D-4203-8181-49C6B5EEF95E}">
      <dgm:prSet/>
      <dgm:spPr/>
      <dgm:t>
        <a:bodyPr/>
        <a:lstStyle/>
        <a:p>
          <a:endParaRPr lang="en-US"/>
        </a:p>
      </dgm:t>
    </dgm:pt>
    <dgm:pt modelId="{4361581C-B1B7-494E-B619-E29BE50F49F6}" type="pres">
      <dgm:prSet presAssocID="{3E536992-ECD4-44FE-8556-3C415022630D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1C400E-0E77-4CD9-A054-5D97A649DCA6}" type="pres">
      <dgm:prSet presAssocID="{1D504A9C-FC99-4EF8-9AA6-E39484FB14C0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B4540D5-A179-45F6-AF78-0A1B0B60601D}" type="pres">
      <dgm:prSet presAssocID="{1D504A9C-FC99-4EF8-9AA6-E39484FB14C0}" presName="childText" presStyleLbl="revTx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4963362-61E8-486F-8875-961C12BE3066}" type="pres">
      <dgm:prSet presAssocID="{9284668D-0FF8-4DB5-81E1-6A55BC5BE41A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9596677-0222-4488-AF20-FC9D1B4F90DB}" type="pres">
      <dgm:prSet presAssocID="{9284668D-0FF8-4DB5-81E1-6A55BC5BE41A}" presName="childText" presStyleLbl="revTx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290BF2A7-B5E0-4C0C-AC84-C1BD63799D49}" srcId="{9284668D-0FF8-4DB5-81E1-6A55BC5BE41A}" destId="{9456843A-BA89-4805-890B-BAEFA4F053FE}" srcOrd="0" destOrd="0" parTransId="{E9D562A1-779B-4B91-9645-35B9B36409E8}" sibTransId="{F5DE63D9-ED82-47B4-AFE4-A112AEB7C721}"/>
    <dgm:cxn modelId="{62860DBE-C8E7-416B-B359-FCA161071615}" type="presOf" srcId="{BAC97A36-F27F-47D2-A9FB-3AE1F5BA902E}" destId="{59596677-0222-4488-AF20-FC9D1B4F90DB}" srcOrd="0" destOrd="2" presId="urn:microsoft.com/office/officeart/2005/8/layout/vList2"/>
    <dgm:cxn modelId="{36950B4E-A3AE-4B73-A26B-3C5296D7333D}" type="presOf" srcId="{7312A1AC-9A79-4DA0-8C9C-E7FB619E9730}" destId="{FB4540D5-A179-45F6-AF78-0A1B0B60601D}" srcOrd="0" destOrd="2" presId="urn:microsoft.com/office/officeart/2005/8/layout/vList2"/>
    <dgm:cxn modelId="{F267FF17-6159-417C-B346-9714766D420D}" type="presOf" srcId="{1D504A9C-FC99-4EF8-9AA6-E39484FB14C0}" destId="{F81C400E-0E77-4CD9-A054-5D97A649DCA6}" srcOrd="0" destOrd="0" presId="urn:microsoft.com/office/officeart/2005/8/layout/vList2"/>
    <dgm:cxn modelId="{6BD1E20A-C5F0-4CF9-9FC0-A4CEB087BCDC}" srcId="{1D504A9C-FC99-4EF8-9AA6-E39484FB14C0}" destId="{E8BBEF53-7A09-4522-932D-E9365115C1B7}" srcOrd="1" destOrd="0" parTransId="{5ACC2248-92D3-43E6-8BEC-AFB169DE4DCF}" sibTransId="{04BE5378-4E56-4206-9CAC-21C48AFCF605}"/>
    <dgm:cxn modelId="{E7B12C56-278A-4F30-BCF6-1FCF3F750C72}" type="presOf" srcId="{9456843A-BA89-4805-890B-BAEFA4F053FE}" destId="{59596677-0222-4488-AF20-FC9D1B4F90DB}" srcOrd="0" destOrd="0" presId="urn:microsoft.com/office/officeart/2005/8/layout/vList2"/>
    <dgm:cxn modelId="{045903D9-779D-4F57-A463-70CF276BA23C}" type="presOf" srcId="{9284668D-0FF8-4DB5-81E1-6A55BC5BE41A}" destId="{F4963362-61E8-486F-8875-961C12BE3066}" srcOrd="0" destOrd="0" presId="urn:microsoft.com/office/officeart/2005/8/layout/vList2"/>
    <dgm:cxn modelId="{D14F7C7B-4B99-4271-B585-97606624BD72}" srcId="{3E536992-ECD4-44FE-8556-3C415022630D}" destId="{9284668D-0FF8-4DB5-81E1-6A55BC5BE41A}" srcOrd="1" destOrd="0" parTransId="{4FA112E7-6D07-41D6-B1CA-67F1A1EA49D8}" sibTransId="{5CBD6034-4855-4ECE-85C0-E91FEF526EDD}"/>
    <dgm:cxn modelId="{5057EE15-2265-48EF-B2CB-17051CE031B6}" type="presOf" srcId="{E8BBEF53-7A09-4522-932D-E9365115C1B7}" destId="{FB4540D5-A179-45F6-AF78-0A1B0B60601D}" srcOrd="0" destOrd="1" presId="urn:microsoft.com/office/officeart/2005/8/layout/vList2"/>
    <dgm:cxn modelId="{8CC3B9B3-DA8D-41A5-ABFF-0ACB7AFA56C1}" srcId="{9284668D-0FF8-4DB5-81E1-6A55BC5BE41A}" destId="{8D9E799C-BAB5-4C2A-8FE4-EB32462A487F}" srcOrd="1" destOrd="0" parTransId="{5940AE2B-05A4-4816-A45D-819EBA07EE03}" sibTransId="{51A02785-9A84-4A28-A712-DACA36D5F999}"/>
    <dgm:cxn modelId="{0423D2AB-8747-451E-8E71-020A3C5EADFA}" type="presOf" srcId="{3E536992-ECD4-44FE-8556-3C415022630D}" destId="{4361581C-B1B7-494E-B619-E29BE50F49F6}" srcOrd="0" destOrd="0" presId="urn:microsoft.com/office/officeart/2005/8/layout/vList2"/>
    <dgm:cxn modelId="{2257B842-2C68-484A-A513-48FC903D9F62}" srcId="{1D504A9C-FC99-4EF8-9AA6-E39484FB14C0}" destId="{8BB01735-12AA-48CE-8731-F053EEBAFD38}" srcOrd="0" destOrd="0" parTransId="{DC29BF97-A2CF-49B9-AA58-5CED409B77DC}" sibTransId="{2CB758EA-E86F-4AD6-9AB9-A4E8E85BE189}"/>
    <dgm:cxn modelId="{17065EFD-A521-4CB8-8330-03A9E8E0B7CF}" type="presOf" srcId="{8BB01735-12AA-48CE-8731-F053EEBAFD38}" destId="{FB4540D5-A179-45F6-AF78-0A1B0B60601D}" srcOrd="0" destOrd="0" presId="urn:microsoft.com/office/officeart/2005/8/layout/vList2"/>
    <dgm:cxn modelId="{B0356131-E40D-4203-8181-49C6B5EEF95E}" srcId="{9284668D-0FF8-4DB5-81E1-6A55BC5BE41A}" destId="{BAC97A36-F27F-47D2-A9FB-3AE1F5BA902E}" srcOrd="2" destOrd="0" parTransId="{438AE4CE-C95A-4CEC-A851-90CA9941045A}" sibTransId="{2F61F2DC-F029-4456-B1F3-A65F1A86CEA6}"/>
    <dgm:cxn modelId="{8CFEBE59-6F83-4173-A548-C224DB16A411}" srcId="{1D504A9C-FC99-4EF8-9AA6-E39484FB14C0}" destId="{7312A1AC-9A79-4DA0-8C9C-E7FB619E9730}" srcOrd="2" destOrd="0" parTransId="{E4411C31-41D3-407F-A24A-57744D93D4EC}" sibTransId="{3AC062D0-E30D-46D3-83C0-2E9A9BA2EF2F}"/>
    <dgm:cxn modelId="{AA0CD3B5-9B1A-46D6-AD3D-7AE1D3D81F5F}" type="presOf" srcId="{8D9E799C-BAB5-4C2A-8FE4-EB32462A487F}" destId="{59596677-0222-4488-AF20-FC9D1B4F90DB}" srcOrd="0" destOrd="1" presId="urn:microsoft.com/office/officeart/2005/8/layout/vList2"/>
    <dgm:cxn modelId="{6A68C55A-842A-4989-9E4D-A99DCF987DC9}" srcId="{3E536992-ECD4-44FE-8556-3C415022630D}" destId="{1D504A9C-FC99-4EF8-9AA6-E39484FB14C0}" srcOrd="0" destOrd="0" parTransId="{89DEE84B-8AB7-4643-883C-6AB45FA812B9}" sibTransId="{75D03D38-9968-4E9F-8FC8-195752237570}"/>
    <dgm:cxn modelId="{B48DD246-A2DE-4321-8DD6-7FBC9DA3E298}" type="presParOf" srcId="{4361581C-B1B7-494E-B619-E29BE50F49F6}" destId="{F81C400E-0E77-4CD9-A054-5D97A649DCA6}" srcOrd="0" destOrd="0" presId="urn:microsoft.com/office/officeart/2005/8/layout/vList2"/>
    <dgm:cxn modelId="{F3911D16-929F-481F-81B9-3AED01C48BFF}" type="presParOf" srcId="{4361581C-B1B7-494E-B619-E29BE50F49F6}" destId="{FB4540D5-A179-45F6-AF78-0A1B0B60601D}" srcOrd="1" destOrd="0" presId="urn:microsoft.com/office/officeart/2005/8/layout/vList2"/>
    <dgm:cxn modelId="{49D0E5C6-868C-41A3-9FFB-9B60AA8C4857}" type="presParOf" srcId="{4361581C-B1B7-494E-B619-E29BE50F49F6}" destId="{F4963362-61E8-486F-8875-961C12BE3066}" srcOrd="2" destOrd="0" presId="urn:microsoft.com/office/officeart/2005/8/layout/vList2"/>
    <dgm:cxn modelId="{C448A757-1604-47C5-891C-770D1FBD3F14}" type="presParOf" srcId="{4361581C-B1B7-494E-B619-E29BE50F49F6}" destId="{59596677-0222-4488-AF20-FC9D1B4F90DB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D8484AA-1C98-4300-9B29-0AB173020753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 phldr="1"/>
      <dgm:spPr/>
      <dgm:t>
        <a:bodyPr/>
        <a:lstStyle/>
        <a:p>
          <a:endParaRPr lang="en-US"/>
        </a:p>
      </dgm:t>
    </dgm:pt>
    <dgm:pt modelId="{05994BB8-1CCE-4BD2-86BC-BF01C77ABD4D}">
      <dgm:prSet/>
      <dgm:spPr/>
      <dgm:t>
        <a:bodyPr/>
        <a:lstStyle/>
        <a:p>
          <a:r>
            <a:rPr lang="en-US" b="0" dirty="0"/>
            <a:t>ROADMAP : 6 MONTH PLAN</a:t>
          </a:r>
          <a:endParaRPr lang="en-US" dirty="0"/>
        </a:p>
      </dgm:t>
    </dgm:pt>
    <dgm:pt modelId="{4241FA06-9AE0-40A9-96A0-90AF42EE1680}" type="parTrans" cxnId="{D270BB01-8DBA-4B91-AC36-B5C6F5356BC7}">
      <dgm:prSet/>
      <dgm:spPr/>
      <dgm:t>
        <a:bodyPr/>
        <a:lstStyle/>
        <a:p>
          <a:endParaRPr lang="en-US"/>
        </a:p>
      </dgm:t>
    </dgm:pt>
    <dgm:pt modelId="{B8D50558-5858-4A96-A562-C2EF0A77549F}" type="sibTrans" cxnId="{D270BB01-8DBA-4B91-AC36-B5C6F5356BC7}">
      <dgm:prSet/>
      <dgm:spPr/>
      <dgm:t>
        <a:bodyPr/>
        <a:lstStyle/>
        <a:p>
          <a:endParaRPr lang="en-US"/>
        </a:p>
      </dgm:t>
    </dgm:pt>
    <dgm:pt modelId="{664C3C98-A19D-4E06-947F-15AB84FEA984}" type="pres">
      <dgm:prSet presAssocID="{2D8484AA-1C98-4300-9B29-0AB173020753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BDAA072-F7FD-40F6-B7CA-96930338CB34}" type="pres">
      <dgm:prSet presAssocID="{05994BB8-1CCE-4BD2-86BC-BF01C77ABD4D}" presName="parentText" presStyleLbl="node1" presStyleIdx="0" presStyleCnt="1" custLinFactNeighborX="-2" custLinFactNeighborY="-24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270BB01-8DBA-4B91-AC36-B5C6F5356BC7}" srcId="{2D8484AA-1C98-4300-9B29-0AB173020753}" destId="{05994BB8-1CCE-4BD2-86BC-BF01C77ABD4D}" srcOrd="0" destOrd="0" parTransId="{4241FA06-9AE0-40A9-96A0-90AF42EE1680}" sibTransId="{B8D50558-5858-4A96-A562-C2EF0A77549F}"/>
    <dgm:cxn modelId="{D077B4C3-B3F4-4897-B23C-1E632F74BDA4}" type="presOf" srcId="{2D8484AA-1C98-4300-9B29-0AB173020753}" destId="{664C3C98-A19D-4E06-947F-15AB84FEA984}" srcOrd="0" destOrd="0" presId="urn:microsoft.com/office/officeart/2005/8/layout/vList2"/>
    <dgm:cxn modelId="{9CF2ECDB-C924-4EBF-A7C7-5503D07486D3}" type="presOf" srcId="{05994BB8-1CCE-4BD2-86BC-BF01C77ABD4D}" destId="{7BDAA072-F7FD-40F6-B7CA-96930338CB34}" srcOrd="0" destOrd="0" presId="urn:microsoft.com/office/officeart/2005/8/layout/vList2"/>
    <dgm:cxn modelId="{ACFEF442-DBE0-427D-A151-D5F7D277EB80}" type="presParOf" srcId="{664C3C98-A19D-4E06-947F-15AB84FEA984}" destId="{7BDAA072-F7FD-40F6-B7CA-96930338CB3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A4610E69-4085-4386-B704-EB963DC64895}" type="doc">
      <dgm:prSet loTypeId="urn:microsoft.com/office/officeart/2005/8/layout/vList2" loCatId="list" qsTypeId="urn:microsoft.com/office/officeart/2005/8/quickstyle/simple3" qsCatId="simple" csTypeId="urn:microsoft.com/office/officeart/2005/8/colors/accent6_3" csCatId="accent6"/>
      <dgm:spPr/>
      <dgm:t>
        <a:bodyPr/>
        <a:lstStyle/>
        <a:p>
          <a:endParaRPr lang="en-US"/>
        </a:p>
      </dgm:t>
    </dgm:pt>
    <dgm:pt modelId="{5238CB93-41E7-4920-BE7A-55BFA291B2C6}">
      <dgm:prSet/>
      <dgm:spPr/>
      <dgm:t>
        <a:bodyPr/>
        <a:lstStyle/>
        <a:p>
          <a:pPr algn="ctr"/>
          <a:r>
            <a:rPr lang="en-US" b="1" dirty="0"/>
            <a:t>THANKYOU </a:t>
          </a:r>
          <a:endParaRPr lang="en-US" dirty="0"/>
        </a:p>
      </dgm:t>
    </dgm:pt>
    <dgm:pt modelId="{2F2D2FD1-EA43-4BA7-B1C1-73F352812310}" type="parTrans" cxnId="{9BAFB78E-BBE6-4DE0-9EDC-B07360CBA67D}">
      <dgm:prSet/>
      <dgm:spPr/>
      <dgm:t>
        <a:bodyPr/>
        <a:lstStyle/>
        <a:p>
          <a:endParaRPr lang="en-US"/>
        </a:p>
      </dgm:t>
    </dgm:pt>
    <dgm:pt modelId="{90DACA15-6329-4CC3-B892-6023FF3989BF}" type="sibTrans" cxnId="{9BAFB78E-BBE6-4DE0-9EDC-B07360CBA67D}">
      <dgm:prSet/>
      <dgm:spPr/>
      <dgm:t>
        <a:bodyPr/>
        <a:lstStyle/>
        <a:p>
          <a:endParaRPr lang="en-US"/>
        </a:p>
      </dgm:t>
    </dgm:pt>
    <dgm:pt modelId="{43BF937E-EA50-4B47-83E7-B2122367AFC0}" type="pres">
      <dgm:prSet presAssocID="{A4610E69-4085-4386-B704-EB963DC6489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8F4DB90-4BC8-4E13-8C05-82769002178F}" type="pres">
      <dgm:prSet presAssocID="{5238CB93-41E7-4920-BE7A-55BFA291B2C6}" presName="parentText" presStyleLbl="node1" presStyleIdx="0" presStyleCnt="1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BAFB78E-BBE6-4DE0-9EDC-B07360CBA67D}" srcId="{A4610E69-4085-4386-B704-EB963DC64895}" destId="{5238CB93-41E7-4920-BE7A-55BFA291B2C6}" srcOrd="0" destOrd="0" parTransId="{2F2D2FD1-EA43-4BA7-B1C1-73F352812310}" sibTransId="{90DACA15-6329-4CC3-B892-6023FF3989BF}"/>
    <dgm:cxn modelId="{17A3BCB5-0F83-415B-A210-EB5AB73D6559}" type="presOf" srcId="{5238CB93-41E7-4920-BE7A-55BFA291B2C6}" destId="{F8F4DB90-4BC8-4E13-8C05-82769002178F}" srcOrd="0" destOrd="0" presId="urn:microsoft.com/office/officeart/2005/8/layout/vList2"/>
    <dgm:cxn modelId="{B67DB3F2-8F51-44F7-AC04-FFD058267E4C}" type="presOf" srcId="{A4610E69-4085-4386-B704-EB963DC64895}" destId="{43BF937E-EA50-4B47-83E7-B2122367AFC0}" srcOrd="0" destOrd="0" presId="urn:microsoft.com/office/officeart/2005/8/layout/vList2"/>
    <dgm:cxn modelId="{56E770D5-1239-4E71-B833-1462BDCC370A}" type="presParOf" srcId="{43BF937E-EA50-4B47-83E7-B2122367AFC0}" destId="{F8F4DB90-4BC8-4E13-8C05-8276900217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EFAA1D9C-148A-4B19-8BAF-DA0D75A62C89}" type="doc">
      <dgm:prSet loTypeId="urn:microsoft.com/office/officeart/2005/8/layout/vList2" loCatId="list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en-US"/>
        </a:p>
      </dgm:t>
    </dgm:pt>
    <dgm:pt modelId="{D9A94EDC-4F79-442A-91EA-13692583D130}">
      <dgm:prSet/>
      <dgm:spPr/>
      <dgm:t>
        <a:bodyPr/>
        <a:lstStyle/>
        <a:p>
          <a:r>
            <a:rPr lang="en-US" b="1"/>
            <a:t>“BUILD 1 POJECT THIS MONTH . PUSH CODE TO GITHUB.APPLY 5 INTENSHIPS”</a:t>
          </a:r>
          <a:endParaRPr lang="en-US"/>
        </a:p>
      </dgm:t>
    </dgm:pt>
    <dgm:pt modelId="{3F89564C-FEBC-4A26-9AA2-0BFFDAA1A327}" type="parTrans" cxnId="{558FD963-B635-4CB0-AC2A-852A995BA950}">
      <dgm:prSet/>
      <dgm:spPr/>
      <dgm:t>
        <a:bodyPr/>
        <a:lstStyle/>
        <a:p>
          <a:endParaRPr lang="en-US"/>
        </a:p>
      </dgm:t>
    </dgm:pt>
    <dgm:pt modelId="{6CD37B9D-2168-4C49-9CFE-BD7A71A59319}" type="sibTrans" cxnId="{558FD963-B635-4CB0-AC2A-852A995BA950}">
      <dgm:prSet/>
      <dgm:spPr/>
      <dgm:t>
        <a:bodyPr/>
        <a:lstStyle/>
        <a:p>
          <a:endParaRPr lang="en-US"/>
        </a:p>
      </dgm:t>
    </dgm:pt>
    <dgm:pt modelId="{98502F30-B327-49F5-82C3-5300B779640D}">
      <dgm:prSet/>
      <dgm:spPr/>
      <dgm:t>
        <a:bodyPr/>
        <a:lstStyle/>
        <a:p>
          <a:r>
            <a:rPr lang="en-US" b="1" dirty="0"/>
            <a:t>CONTACT : </a:t>
          </a:r>
          <a:r>
            <a:rPr lang="en-US" b="1" dirty="0" err="1" smtClean="0"/>
            <a:t>KAUSHALYA.KUMARI@Rungta.org|PHONE</a:t>
          </a:r>
          <a:r>
            <a:rPr lang="en-US" b="1" dirty="0" smtClean="0"/>
            <a:t> :9155390352</a:t>
          </a:r>
          <a:endParaRPr lang="en-US" dirty="0"/>
        </a:p>
      </dgm:t>
    </dgm:pt>
    <dgm:pt modelId="{DAC8C23E-59C7-4337-8E2E-5274CFB756DD}" type="parTrans" cxnId="{2F2D0CAA-B11C-425B-A8A0-6331B067B025}">
      <dgm:prSet/>
      <dgm:spPr/>
      <dgm:t>
        <a:bodyPr/>
        <a:lstStyle/>
        <a:p>
          <a:endParaRPr lang="en-US"/>
        </a:p>
      </dgm:t>
    </dgm:pt>
    <dgm:pt modelId="{14E526A1-B27D-4B74-811E-D23E52554EAF}" type="sibTrans" cxnId="{2F2D0CAA-B11C-425B-A8A0-6331B067B025}">
      <dgm:prSet/>
      <dgm:spPr/>
      <dgm:t>
        <a:bodyPr/>
        <a:lstStyle/>
        <a:p>
          <a:endParaRPr lang="en-US"/>
        </a:p>
      </dgm:t>
    </dgm:pt>
    <dgm:pt modelId="{0B5A5455-39E0-4514-8584-DE934105B5D1}" type="pres">
      <dgm:prSet presAssocID="{EFAA1D9C-148A-4B19-8BAF-DA0D75A62C8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D31AB52B-FA7E-427D-8C06-36FA82DB8A11}" type="pres">
      <dgm:prSet presAssocID="{D9A94EDC-4F79-442A-91EA-13692583D130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94308C-8085-463B-A8F8-8E7478F6F6DD}" type="pres">
      <dgm:prSet presAssocID="{6CD37B9D-2168-4C49-9CFE-BD7A71A59319}" presName="spacer" presStyleCnt="0"/>
      <dgm:spPr/>
    </dgm:pt>
    <dgm:pt modelId="{BBD6CD7A-C6E3-4DEA-B48D-D8DCC5B4F5B9}" type="pres">
      <dgm:prSet presAssocID="{98502F30-B327-49F5-82C3-5300B779640D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E422DBA-BFAA-4304-9731-1E55FC1798E1}" type="presOf" srcId="{98502F30-B327-49F5-82C3-5300B779640D}" destId="{BBD6CD7A-C6E3-4DEA-B48D-D8DCC5B4F5B9}" srcOrd="0" destOrd="0" presId="urn:microsoft.com/office/officeart/2005/8/layout/vList2"/>
    <dgm:cxn modelId="{88653026-DADB-4866-A7A7-C4CB1B2E9069}" type="presOf" srcId="{EFAA1D9C-148A-4B19-8BAF-DA0D75A62C89}" destId="{0B5A5455-39E0-4514-8584-DE934105B5D1}" srcOrd="0" destOrd="0" presId="urn:microsoft.com/office/officeart/2005/8/layout/vList2"/>
    <dgm:cxn modelId="{558FD963-B635-4CB0-AC2A-852A995BA950}" srcId="{EFAA1D9C-148A-4B19-8BAF-DA0D75A62C89}" destId="{D9A94EDC-4F79-442A-91EA-13692583D130}" srcOrd="0" destOrd="0" parTransId="{3F89564C-FEBC-4A26-9AA2-0BFFDAA1A327}" sibTransId="{6CD37B9D-2168-4C49-9CFE-BD7A71A59319}"/>
    <dgm:cxn modelId="{EDEFB5FC-A2A6-4775-8011-97C1D429705C}" type="presOf" srcId="{D9A94EDC-4F79-442A-91EA-13692583D130}" destId="{D31AB52B-FA7E-427D-8C06-36FA82DB8A11}" srcOrd="0" destOrd="0" presId="urn:microsoft.com/office/officeart/2005/8/layout/vList2"/>
    <dgm:cxn modelId="{2F2D0CAA-B11C-425B-A8A0-6331B067B025}" srcId="{EFAA1D9C-148A-4B19-8BAF-DA0D75A62C89}" destId="{98502F30-B327-49F5-82C3-5300B779640D}" srcOrd="1" destOrd="0" parTransId="{DAC8C23E-59C7-4337-8E2E-5274CFB756DD}" sibTransId="{14E526A1-B27D-4B74-811E-D23E52554EAF}"/>
    <dgm:cxn modelId="{DA9B6458-C2D0-4E5F-BAD0-567A0273FA94}" type="presParOf" srcId="{0B5A5455-39E0-4514-8584-DE934105B5D1}" destId="{D31AB52B-FA7E-427D-8C06-36FA82DB8A11}" srcOrd="0" destOrd="0" presId="urn:microsoft.com/office/officeart/2005/8/layout/vList2"/>
    <dgm:cxn modelId="{5CB32A9D-9CDD-46BA-B354-60EAA192138A}" type="presParOf" srcId="{0B5A5455-39E0-4514-8584-DE934105B5D1}" destId="{2994308C-8085-463B-A8F8-8E7478F6F6DD}" srcOrd="1" destOrd="0" presId="urn:microsoft.com/office/officeart/2005/8/layout/vList2"/>
    <dgm:cxn modelId="{651451F8-84FE-435F-9136-787DC54232AA}" type="presParOf" srcId="{0B5A5455-39E0-4514-8584-DE934105B5D1}" destId="{BBD6CD7A-C6E3-4DEA-B48D-D8DCC5B4F5B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65BCB3-2911-4C58-8C1B-5700DFB3DDF8}">
      <dsp:nvSpPr>
        <dsp:cNvPr id="0" name=""/>
        <dsp:cNvSpPr/>
      </dsp:nvSpPr>
      <dsp:spPr>
        <a:xfrm>
          <a:off x="0" y="93"/>
          <a:ext cx="6553236" cy="1654087"/>
        </a:xfrm>
        <a:prstGeom prst="roundRect">
          <a:avLst/>
        </a:prstGeom>
        <a:blipFill rotWithShape="0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74000"/>
                <a:satMod val="130000"/>
                <a:lumMod val="90000"/>
              </a:schemeClr>
              <a:schemeClr val="accent4">
                <a:hueOff val="0"/>
                <a:satOff val="0"/>
                <a:lumOff val="0"/>
                <a:alphaOff val="0"/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  <a:ln>
          <a:noFill/>
        </a:ln>
        <a:effectLst>
          <a:innerShdw blurRad="25400" dist="12700" dir="13500000">
            <a:srgbClr val="000000">
              <a:alpha val="45000"/>
            </a:srgbClr>
          </a:inn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5740" tIns="205740" rIns="205740" bIns="205740" numCol="1" spcCol="1270" anchor="t" anchorCtr="0">
          <a:noAutofit/>
        </a:bodyPr>
        <a:lstStyle/>
        <a:p>
          <a:pPr lvl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400" kern="1200" dirty="0"/>
            <a:t>Career Pathway in </a:t>
          </a:r>
          <a:br>
            <a:rPr lang="en-US" sz="5400" kern="1200" dirty="0"/>
          </a:br>
          <a:r>
            <a:rPr lang="en-US" sz="5400" kern="1200" dirty="0"/>
            <a:t>Computer Science</a:t>
          </a:r>
          <a:r>
            <a:rPr lang="en-US" sz="2900" kern="1200" dirty="0"/>
            <a:t/>
          </a:r>
          <a:br>
            <a:rPr lang="en-US" sz="2900" kern="1200" dirty="0"/>
          </a:br>
          <a:endParaRPr lang="en-US" sz="2900" kern="1200" dirty="0"/>
        </a:p>
      </dsp:txBody>
      <dsp:txXfrm>
        <a:off x="80746" y="80839"/>
        <a:ext cx="6391744" cy="14925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1FB958-42AB-4285-9395-1AF8C202E3CD}">
      <dsp:nvSpPr>
        <dsp:cNvPr id="0" name=""/>
        <dsp:cNvSpPr/>
      </dsp:nvSpPr>
      <dsp:spPr>
        <a:xfrm>
          <a:off x="0" y="0"/>
          <a:ext cx="9231508" cy="1186380"/>
        </a:xfrm>
        <a:prstGeom prst="roundRect">
          <a:avLst/>
        </a:prstGeom>
        <a:gradFill rotWithShape="1">
          <a:gsLst>
            <a:gs pos="0">
              <a:schemeClr val="accent6">
                <a:tint val="60000"/>
                <a:lumMod val="110000"/>
              </a:schemeClr>
            </a:gs>
            <a:gs pos="100000">
              <a:schemeClr val="accent6">
                <a:tint val="82000"/>
              </a:schemeClr>
            </a:gs>
          </a:gsLst>
          <a:lin ang="5400000" scaled="0"/>
        </a:gradFill>
        <a:ln w="9525" cap="flat" cmpd="sng" algn="ctr">
          <a:solidFill>
            <a:schemeClr val="accent6"/>
          </a:solidFill>
          <a:prstDash val="solid"/>
        </a:ln>
        <a:effectLst/>
      </dsp:spPr>
      <dsp:style>
        <a:lnRef idx="1">
          <a:schemeClr val="accent6"/>
        </a:lnRef>
        <a:fillRef idx="2">
          <a:schemeClr val="accent6"/>
        </a:fillRef>
        <a:effectRef idx="1">
          <a:schemeClr val="accent6"/>
        </a:effectRef>
        <a:fontRef idx="minor">
          <a:schemeClr val="dk1"/>
        </a:fontRef>
      </dsp:style>
      <dsp:txBody>
        <a:bodyPr spcFirstLastPara="0" vert="horz" wrap="square" lIns="198120" tIns="198120" rIns="198120" bIns="198120" numCol="1" spcCol="1270" anchor="ctr" anchorCtr="0">
          <a:noAutofit/>
        </a:bodyPr>
        <a:lstStyle/>
        <a:p>
          <a:pPr lvl="0" algn="l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200" b="1" kern="1200" dirty="0"/>
            <a:t>WHY CHOOSE CSE CORE ?</a:t>
          </a:r>
          <a:endParaRPr lang="en-US" sz="5200" kern="1200" dirty="0"/>
        </a:p>
      </dsp:txBody>
      <dsp:txXfrm>
        <a:off x="57914" y="57914"/>
        <a:ext cx="9115680" cy="107055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B94374-9B06-4358-9FF4-48BED273E1B1}">
      <dsp:nvSpPr>
        <dsp:cNvPr id="0" name=""/>
        <dsp:cNvSpPr/>
      </dsp:nvSpPr>
      <dsp:spPr>
        <a:xfrm>
          <a:off x="0" y="7008"/>
          <a:ext cx="9231508" cy="5411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1" kern="1200" dirty="0"/>
            <a:t>Strong Curriculum</a:t>
          </a:r>
          <a:endParaRPr lang="en-US" sz="2300" kern="1200" dirty="0"/>
        </a:p>
      </dsp:txBody>
      <dsp:txXfrm>
        <a:off x="26416" y="33424"/>
        <a:ext cx="9178676" cy="488311"/>
      </dsp:txXfrm>
    </dsp:sp>
    <dsp:sp modelId="{DA032119-54F8-46C6-AE73-ED56B04C89A4}">
      <dsp:nvSpPr>
        <dsp:cNvPr id="0" name=""/>
        <dsp:cNvSpPr/>
      </dsp:nvSpPr>
      <dsp:spPr>
        <a:xfrm>
          <a:off x="0" y="548151"/>
          <a:ext cx="9231508" cy="8093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310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0" i="0" kern="1200"/>
            <a:t>CSE Core provides a comprehensive foundation in computer science principles, programming, algorithms, and systems.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0" i="0" kern="1200" dirty="0"/>
            <a:t>Courses often include hands-on projects and real-world applications, enhancing practical skills.</a:t>
          </a:r>
          <a:endParaRPr lang="en-US" sz="1800" kern="1200" dirty="0"/>
        </a:p>
      </dsp:txBody>
      <dsp:txXfrm>
        <a:off x="0" y="548151"/>
        <a:ext cx="9231508" cy="809370"/>
      </dsp:txXfrm>
    </dsp:sp>
    <dsp:sp modelId="{BF9F7F3B-3211-413A-99E7-DF8D957A1FD1}">
      <dsp:nvSpPr>
        <dsp:cNvPr id="0" name=""/>
        <dsp:cNvSpPr/>
      </dsp:nvSpPr>
      <dsp:spPr>
        <a:xfrm>
          <a:off x="0" y="1357521"/>
          <a:ext cx="9231508" cy="541143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b="1" i="0" kern="1200"/>
            <a:t>Career Opportunities</a:t>
          </a:r>
          <a:endParaRPr lang="en-US" sz="2300" kern="1200"/>
        </a:p>
      </dsp:txBody>
      <dsp:txXfrm>
        <a:off x="26416" y="1383937"/>
        <a:ext cx="9178676" cy="488311"/>
      </dsp:txXfrm>
    </dsp:sp>
    <dsp:sp modelId="{A0775DCA-B641-483C-BDE4-3E80547CB4DB}">
      <dsp:nvSpPr>
        <dsp:cNvPr id="0" name=""/>
        <dsp:cNvSpPr/>
      </dsp:nvSpPr>
      <dsp:spPr>
        <a:xfrm>
          <a:off x="0" y="1898664"/>
          <a:ext cx="9231508" cy="12854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93100" tIns="29210" rIns="163576" bIns="29210" numCol="1" spcCol="1270" anchor="t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0" i="0" kern="1200"/>
            <a:t>Graduates from CSE Core programs are in high demand across various industries, including technology, finance, healthcare, and more.</a:t>
          </a:r>
          <a:endParaRPr lang="en-US" sz="1800" kern="120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800" b="0" i="0" kern="1200"/>
            <a:t>The field offers diverse career paths, such as software development, data analysis, cybersecurity, and artificial intelligence.</a:t>
          </a:r>
          <a:r>
            <a:rPr lang="en-US" sz="1800" kern="1200"/>
            <a:t/>
          </a:r>
          <a:br>
            <a:rPr lang="en-US" sz="1800" kern="1200"/>
          </a:br>
          <a:endParaRPr lang="en-US" sz="1800" kern="1200"/>
        </a:p>
      </dsp:txBody>
      <dsp:txXfrm>
        <a:off x="0" y="1898664"/>
        <a:ext cx="9231508" cy="128546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E38164B-EF19-4631-8421-C5146FA54BBF}">
      <dsp:nvSpPr>
        <dsp:cNvPr id="0" name=""/>
        <dsp:cNvSpPr/>
      </dsp:nvSpPr>
      <dsp:spPr>
        <a:xfrm>
          <a:off x="0" y="118665"/>
          <a:ext cx="9601196" cy="1072305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9070" tIns="179070" rIns="179070" bIns="179070" numCol="1" spcCol="1270" anchor="ctr" anchorCtr="0">
          <a:noAutofit/>
        </a:bodyPr>
        <a:lstStyle/>
        <a:p>
          <a:pPr lvl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700" b="1" kern="1200" dirty="0"/>
            <a:t>ESSENTIAL SKILLS TO BUILD ?</a:t>
          </a:r>
        </a:p>
      </dsp:txBody>
      <dsp:txXfrm>
        <a:off x="52346" y="171011"/>
        <a:ext cx="9496504" cy="96761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8F1E54-459E-4373-962B-87BDE21D6B68}">
      <dsp:nvSpPr>
        <dsp:cNvPr id="0" name=""/>
        <dsp:cNvSpPr/>
      </dsp:nvSpPr>
      <dsp:spPr>
        <a:xfrm>
          <a:off x="1089" y="283574"/>
          <a:ext cx="2186044" cy="874417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0" i="0" kern="1200" dirty="0"/>
            <a:t>Technical Skills:</a:t>
          </a:r>
          <a:endParaRPr lang="en-US" sz="2700" kern="1200" dirty="0"/>
        </a:p>
      </dsp:txBody>
      <dsp:txXfrm>
        <a:off x="438298" y="283574"/>
        <a:ext cx="1311627" cy="874417"/>
      </dsp:txXfrm>
    </dsp:sp>
    <dsp:sp modelId="{570C6873-3FE9-42BE-9B28-FF6E9F81989E}">
      <dsp:nvSpPr>
        <dsp:cNvPr id="0" name=""/>
        <dsp:cNvSpPr/>
      </dsp:nvSpPr>
      <dsp:spPr>
        <a:xfrm>
          <a:off x="1902948" y="357900"/>
          <a:ext cx="1814417" cy="725766"/>
        </a:xfrm>
        <a:prstGeom prst="chevron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0" i="0" kern="1200"/>
            <a:t>Programming Languages: Proficiency in languages such as Python, Java, C++, and JavaScript.</a:t>
          </a:r>
          <a:endParaRPr lang="en-US" sz="900" kern="1200"/>
        </a:p>
      </dsp:txBody>
      <dsp:txXfrm>
        <a:off x="2265831" y="357900"/>
        <a:ext cx="1088651" cy="725766"/>
      </dsp:txXfrm>
    </dsp:sp>
    <dsp:sp modelId="{E3BB792B-5765-4C2D-8E8D-9746FE17A59E}">
      <dsp:nvSpPr>
        <dsp:cNvPr id="0" name=""/>
        <dsp:cNvSpPr/>
      </dsp:nvSpPr>
      <dsp:spPr>
        <a:xfrm>
          <a:off x="1089" y="1280411"/>
          <a:ext cx="2186044" cy="874417"/>
        </a:xfrm>
        <a:prstGeom prst="chevron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17145" rIns="0" bIns="17145" numCol="1" spcCol="1270" anchor="ctr" anchorCtr="0">
          <a:noAutofit/>
        </a:bodyPr>
        <a:lstStyle/>
        <a:p>
          <a:pPr lvl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700" b="0" i="0" kern="1200"/>
            <a:t>Soft Skills:</a:t>
          </a:r>
          <a:endParaRPr lang="en-US" sz="2700" kern="1200"/>
        </a:p>
      </dsp:txBody>
      <dsp:txXfrm>
        <a:off x="438298" y="1280411"/>
        <a:ext cx="1311627" cy="874417"/>
      </dsp:txXfrm>
    </dsp:sp>
    <dsp:sp modelId="{AAEA0052-EEDB-443C-9C54-422FEEB7B088}">
      <dsp:nvSpPr>
        <dsp:cNvPr id="0" name=""/>
        <dsp:cNvSpPr/>
      </dsp:nvSpPr>
      <dsp:spPr>
        <a:xfrm>
          <a:off x="1902948" y="1354736"/>
          <a:ext cx="1814417" cy="725766"/>
        </a:xfrm>
        <a:prstGeom prst="chevron">
          <a:avLst/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5715" rIns="0" bIns="5715" numCol="1" spcCol="1270" anchor="ctr" anchorCtr="0">
          <a:noAutofit/>
        </a:bodyPr>
        <a:lstStyle/>
        <a:p>
          <a:pPr lvl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900" b="0" i="0" kern="1200"/>
            <a:t>Problem-Solving: Ability to analyze problems and develop effective solutions.</a:t>
          </a:r>
          <a:endParaRPr lang="en-US" sz="900" kern="1200"/>
        </a:p>
      </dsp:txBody>
      <dsp:txXfrm>
        <a:off x="2265831" y="1354736"/>
        <a:ext cx="1088651" cy="72576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18D6DC0-600B-4E5D-A9E4-EEB3EE0E17DC}">
      <dsp:nvSpPr>
        <dsp:cNvPr id="0" name=""/>
        <dsp:cNvSpPr/>
      </dsp:nvSpPr>
      <dsp:spPr>
        <a:xfrm>
          <a:off x="0" y="252671"/>
          <a:ext cx="9601196" cy="798524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1" kern="1200" dirty="0"/>
            <a:t>HOW TO GAIN PRACTICAL EXPERIENCE ?</a:t>
          </a:r>
          <a:endParaRPr lang="en-US" sz="3500" kern="1200" dirty="0"/>
        </a:p>
      </dsp:txBody>
      <dsp:txXfrm>
        <a:off x="38981" y="291652"/>
        <a:ext cx="9523234" cy="72056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F18E2E-9A85-421B-BD70-674655100733}">
      <dsp:nvSpPr>
        <dsp:cNvPr id="0" name=""/>
        <dsp:cNvSpPr/>
      </dsp:nvSpPr>
      <dsp:spPr>
        <a:xfrm rot="5400000">
          <a:off x="-171309" y="171683"/>
          <a:ext cx="1142064" cy="799445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Internships</a:t>
          </a:r>
          <a:endParaRPr lang="en-US" sz="1300" kern="1200"/>
        </a:p>
      </dsp:txBody>
      <dsp:txXfrm rot="-5400000">
        <a:off x="1" y="400097"/>
        <a:ext cx="799445" cy="342619"/>
      </dsp:txXfrm>
    </dsp:sp>
    <dsp:sp modelId="{92E8A8C8-6F44-45AD-868C-3277F17A8928}">
      <dsp:nvSpPr>
        <dsp:cNvPr id="0" name=""/>
        <dsp:cNvSpPr/>
      </dsp:nvSpPr>
      <dsp:spPr>
        <a:xfrm rot="5400000">
          <a:off x="1887779" y="-1087960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/>
            <a:t>Apply for internships in tech companies to work on real-world projects</a:t>
          </a:r>
          <a:endParaRPr lang="en-US" sz="1600" kern="1200"/>
        </a:p>
      </dsp:txBody>
      <dsp:txXfrm rot="-5400000">
        <a:off x="799445" y="36612"/>
        <a:ext cx="2882771" cy="669865"/>
      </dsp:txXfrm>
    </dsp:sp>
    <dsp:sp modelId="{2E0E3140-BF32-4542-B70D-DFF5D0EE09A5}">
      <dsp:nvSpPr>
        <dsp:cNvPr id="0" name=""/>
        <dsp:cNvSpPr/>
      </dsp:nvSpPr>
      <dsp:spPr>
        <a:xfrm rot="5400000">
          <a:off x="-171309" y="1149249"/>
          <a:ext cx="1142064" cy="799445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Projects</a:t>
          </a:r>
          <a:endParaRPr lang="en-US" sz="1300" kern="1200"/>
        </a:p>
      </dsp:txBody>
      <dsp:txXfrm rot="-5400000">
        <a:off x="1" y="1377663"/>
        <a:ext cx="799445" cy="342619"/>
      </dsp:txXfrm>
    </dsp:sp>
    <dsp:sp modelId="{D1164E4B-DAE7-43F4-9F09-8A77FFA8D654}">
      <dsp:nvSpPr>
        <dsp:cNvPr id="0" name=""/>
        <dsp:cNvSpPr/>
      </dsp:nvSpPr>
      <dsp:spPr>
        <a:xfrm rot="5400000">
          <a:off x="1887779" y="-110394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/>
            <a:t>Engage in personal or group projects that solve real problems</a:t>
          </a:r>
          <a:endParaRPr lang="en-US" sz="1600" kern="1200"/>
        </a:p>
      </dsp:txBody>
      <dsp:txXfrm rot="-5400000">
        <a:off x="799445" y="1014178"/>
        <a:ext cx="2882771" cy="669865"/>
      </dsp:txXfrm>
    </dsp:sp>
    <dsp:sp modelId="{6AD929EC-7229-4759-9A0F-4CF826EB3CE4}">
      <dsp:nvSpPr>
        <dsp:cNvPr id="0" name=""/>
        <dsp:cNvSpPr/>
      </dsp:nvSpPr>
      <dsp:spPr>
        <a:xfrm rot="5400000">
          <a:off x="-171309" y="2126815"/>
          <a:ext cx="1142064" cy="79944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" tIns="8255" rIns="8255" bIns="8255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300" b="0" i="0" kern="1200"/>
            <a:t>Hackathons</a:t>
          </a:r>
          <a:endParaRPr lang="en-US" sz="1300" kern="1200"/>
        </a:p>
      </dsp:txBody>
      <dsp:txXfrm rot="-5400000">
        <a:off x="1" y="2355229"/>
        <a:ext cx="799445" cy="342619"/>
      </dsp:txXfrm>
    </dsp:sp>
    <dsp:sp modelId="{A9A8BB8A-1B4D-4830-9FD6-AB479F03FE17}">
      <dsp:nvSpPr>
        <dsp:cNvPr id="0" name=""/>
        <dsp:cNvSpPr/>
      </dsp:nvSpPr>
      <dsp:spPr>
        <a:xfrm rot="5400000">
          <a:off x="1887779" y="837641"/>
          <a:ext cx="742341" cy="291900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792" tIns="10160" rIns="10160" bIns="1016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b="0" i="0" kern="1200"/>
            <a:t>Participate in hackathons to develop skills under time constraints.</a:t>
          </a:r>
          <a:endParaRPr lang="en-US" sz="1600" kern="1200"/>
        </a:p>
      </dsp:txBody>
      <dsp:txXfrm rot="-5400000">
        <a:off x="799445" y="1962213"/>
        <a:ext cx="2882771" cy="669865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3CCDD8-0694-45C2-8A59-5A991C69E989}">
      <dsp:nvSpPr>
        <dsp:cNvPr id="0" name=""/>
        <dsp:cNvSpPr/>
      </dsp:nvSpPr>
      <dsp:spPr>
        <a:xfrm>
          <a:off x="0" y="71124"/>
          <a:ext cx="6241815" cy="1216800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lvl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200" b="1" kern="1200" dirty="0"/>
            <a:t>RESUME &amp; INTERVIEW TIPS</a:t>
          </a:r>
          <a:endParaRPr lang="en-US" sz="3200" kern="1200" dirty="0"/>
        </a:p>
      </dsp:txBody>
      <dsp:txXfrm>
        <a:off x="59399" y="130523"/>
        <a:ext cx="6123017" cy="109800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1C400E-0E77-4CD9-A054-5D97A649DCA6}">
      <dsp:nvSpPr>
        <dsp:cNvPr id="0" name=""/>
        <dsp:cNvSpPr/>
      </dsp:nvSpPr>
      <dsp:spPr>
        <a:xfrm>
          <a:off x="0" y="138961"/>
          <a:ext cx="6241815" cy="4235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/>
            <a:t>Resume Tips for BTech CSE Core Students:</a:t>
          </a:r>
          <a:endParaRPr lang="en-US" sz="1800" kern="1200"/>
        </a:p>
      </dsp:txBody>
      <dsp:txXfrm>
        <a:off x="20674" y="159635"/>
        <a:ext cx="6200467" cy="382155"/>
      </dsp:txXfrm>
    </dsp:sp>
    <dsp:sp modelId="{FB4540D5-A179-45F6-AF78-0A1B0B60601D}">
      <dsp:nvSpPr>
        <dsp:cNvPr id="0" name=""/>
        <dsp:cNvSpPr/>
      </dsp:nvSpPr>
      <dsp:spPr>
        <a:xfrm>
          <a:off x="0" y="562464"/>
          <a:ext cx="6241815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7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chemeClr val="accent4"/>
              </a:solidFill>
            </a:rPr>
            <a:t>Highlight Technical Skills: Focus on programming languages (e.g., Java, C++, Python), tools (e.g., Git, Docker), and technologies (e.g., AI, machine learning).</a:t>
          </a:r>
          <a:endParaRPr lang="en-US" sz="1400" kern="1200" dirty="0">
            <a:solidFill>
              <a:schemeClr val="accent4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chemeClr val="accent4"/>
              </a:solidFill>
            </a:rPr>
            <a:t>Projects and Internships: Include relevant projects and internships that demonstrate practical experience and problem-solving abilities.</a:t>
          </a:r>
          <a:endParaRPr lang="en-US" sz="1400" kern="1200" dirty="0">
            <a:solidFill>
              <a:schemeClr val="accent4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chemeClr val="accent4"/>
              </a:solidFill>
            </a:rPr>
            <a:t>Education Details: Clearly state your degree, university, and any relevant coursework or certifications.</a:t>
          </a:r>
          <a:endParaRPr lang="en-US" sz="1400" kern="1200" dirty="0">
            <a:solidFill>
              <a:schemeClr val="accent4"/>
            </a:solidFill>
          </a:endParaRPr>
        </a:p>
      </dsp:txBody>
      <dsp:txXfrm>
        <a:off x="0" y="562464"/>
        <a:ext cx="6241815" cy="1229580"/>
      </dsp:txXfrm>
    </dsp:sp>
    <dsp:sp modelId="{F4963362-61E8-486F-8875-961C12BE3066}">
      <dsp:nvSpPr>
        <dsp:cNvPr id="0" name=""/>
        <dsp:cNvSpPr/>
      </dsp:nvSpPr>
      <dsp:spPr>
        <a:xfrm>
          <a:off x="0" y="1792044"/>
          <a:ext cx="6241815" cy="4235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lvl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800" b="1" i="0" kern="1200"/>
            <a:t>Interview Tips for BTech CSE Core Students:</a:t>
          </a:r>
          <a:endParaRPr lang="en-US" sz="1800" kern="1200"/>
        </a:p>
      </dsp:txBody>
      <dsp:txXfrm>
        <a:off x="20674" y="1812718"/>
        <a:ext cx="6200467" cy="382155"/>
      </dsp:txXfrm>
    </dsp:sp>
    <dsp:sp modelId="{59596677-0222-4488-AF20-FC9D1B4F90DB}">
      <dsp:nvSpPr>
        <dsp:cNvPr id="0" name=""/>
        <dsp:cNvSpPr/>
      </dsp:nvSpPr>
      <dsp:spPr>
        <a:xfrm>
          <a:off x="0" y="2215547"/>
          <a:ext cx="6241815" cy="12295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178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rgbClr val="993300"/>
              </a:solidFill>
            </a:rPr>
            <a:t>Prepare for Technical Questions: Review core subjects and practice coding problems on platforms like </a:t>
          </a:r>
          <a:r>
            <a:rPr lang="en-US" sz="1400" b="0" i="0" kern="1200" dirty="0" err="1">
              <a:solidFill>
                <a:srgbClr val="993300"/>
              </a:solidFill>
            </a:rPr>
            <a:t>LeetCode</a:t>
          </a:r>
          <a:r>
            <a:rPr lang="en-US" sz="1400" b="0" i="0" kern="1200" dirty="0">
              <a:solidFill>
                <a:srgbClr val="993300"/>
              </a:solidFill>
            </a:rPr>
            <a:t>.</a:t>
          </a:r>
          <a:endParaRPr lang="en-US" sz="1400" kern="1200" dirty="0">
            <a:solidFill>
              <a:srgbClr val="9933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rgbClr val="993300"/>
              </a:solidFill>
            </a:rPr>
            <a:t>Behavioral Questions: Use the STAR method (Situation, Task, Action, Result) to structure responses to behavioral questions.</a:t>
          </a:r>
          <a:endParaRPr lang="en-US" sz="1400" kern="1200" dirty="0">
            <a:solidFill>
              <a:srgbClr val="993300"/>
            </a:solidFill>
          </a:endParaRP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•"/>
          </a:pPr>
          <a:r>
            <a:rPr lang="en-US" sz="1400" b="0" i="0" kern="1200" dirty="0">
              <a:solidFill>
                <a:srgbClr val="993300"/>
              </a:solidFill>
            </a:rPr>
            <a:t>Mock Interviews: Conduct mock interviews with peers or mentors to build confidence and receive feedback.</a:t>
          </a:r>
          <a:endParaRPr lang="en-US" sz="1400" kern="1200" dirty="0">
            <a:solidFill>
              <a:srgbClr val="993300"/>
            </a:solidFill>
          </a:endParaRPr>
        </a:p>
      </dsp:txBody>
      <dsp:txXfrm>
        <a:off x="0" y="2215547"/>
        <a:ext cx="6241815" cy="122958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AA072-F7FD-40F6-B7CA-96930338CB34}">
      <dsp:nvSpPr>
        <dsp:cNvPr id="0" name=""/>
        <dsp:cNvSpPr/>
      </dsp:nvSpPr>
      <dsp:spPr>
        <a:xfrm>
          <a:off x="0" y="243838"/>
          <a:ext cx="6241815" cy="818999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lvl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b="0" kern="1200" dirty="0"/>
            <a:t>ROADMAP : 6 MONTH PLAN</a:t>
          </a:r>
          <a:endParaRPr lang="en-US" sz="3500" kern="1200" dirty="0"/>
        </a:p>
      </dsp:txBody>
      <dsp:txXfrm>
        <a:off x="39980" y="283818"/>
        <a:ext cx="6161855" cy="7390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F4DB90-4BC8-4E13-8C05-82769002178F}">
      <dsp:nvSpPr>
        <dsp:cNvPr id="0" name=""/>
        <dsp:cNvSpPr/>
      </dsp:nvSpPr>
      <dsp:spPr>
        <a:xfrm>
          <a:off x="0" y="735946"/>
          <a:ext cx="9592732" cy="1482974"/>
        </a:xfrm>
        <a:prstGeom prst="roundRect">
          <a:avLst/>
        </a:prstGeom>
        <a:gradFill rotWithShape="0">
          <a:gsLst>
            <a:gs pos="0">
              <a:schemeClr val="accent6">
                <a:shade val="80000"/>
                <a:hueOff val="0"/>
                <a:satOff val="0"/>
                <a:lumOff val="0"/>
                <a:alphaOff val="0"/>
                <a:tint val="60000"/>
                <a:lumMod val="110000"/>
              </a:schemeClr>
            </a:gs>
            <a:gs pos="100000">
              <a:schemeClr val="accent6">
                <a:shade val="80000"/>
                <a:hueOff val="0"/>
                <a:satOff val="0"/>
                <a:lumOff val="0"/>
                <a:alphaOff val="0"/>
                <a:tint val="82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47650" tIns="247650" rIns="247650" bIns="247650" numCol="1" spcCol="1270" anchor="ctr" anchorCtr="0">
          <a:noAutofit/>
        </a:bodyPr>
        <a:lstStyle/>
        <a:p>
          <a:pPr lvl="0" algn="ctr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500" b="1" kern="1200" dirty="0"/>
            <a:t>THANKYOU </a:t>
          </a:r>
          <a:endParaRPr lang="en-US" sz="6500" kern="1200" dirty="0"/>
        </a:p>
      </dsp:txBody>
      <dsp:txXfrm>
        <a:off x="72393" y="808339"/>
        <a:ext cx="9447946" cy="133818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1AB52B-FA7E-427D-8C06-36FA82DB8A11}">
      <dsp:nvSpPr>
        <dsp:cNvPr id="0" name=""/>
        <dsp:cNvSpPr/>
      </dsp:nvSpPr>
      <dsp:spPr>
        <a:xfrm>
          <a:off x="0" y="27513"/>
          <a:ext cx="9592732" cy="71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/>
            <a:t>“BUILD 1 POJECT THIS MONTH . PUSH CODE TO GITHUB.APPLY 5 INTENSHIPS”</a:t>
          </a:r>
          <a:endParaRPr lang="en-US" sz="1900" kern="1200"/>
        </a:p>
      </dsp:txBody>
      <dsp:txXfrm>
        <a:off x="34726" y="62239"/>
        <a:ext cx="9523280" cy="641908"/>
      </dsp:txXfrm>
    </dsp:sp>
    <dsp:sp modelId="{BBD6CD7A-C6E3-4DEA-B48D-D8DCC5B4F5B9}">
      <dsp:nvSpPr>
        <dsp:cNvPr id="0" name=""/>
        <dsp:cNvSpPr/>
      </dsp:nvSpPr>
      <dsp:spPr>
        <a:xfrm>
          <a:off x="0" y="793593"/>
          <a:ext cx="9592732" cy="71136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lvl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900" b="1" kern="1200" dirty="0"/>
            <a:t>CONTACT : </a:t>
          </a:r>
          <a:r>
            <a:rPr lang="en-US" sz="1900" b="1" kern="1200" dirty="0" err="1" smtClean="0"/>
            <a:t>KAUSHALYA.KUMARI@Rungta.org|PHONE</a:t>
          </a:r>
          <a:r>
            <a:rPr lang="en-US" sz="1900" b="1" kern="1200" dirty="0" smtClean="0"/>
            <a:t> :9155390352</a:t>
          </a:r>
          <a:endParaRPr lang="en-US" sz="1900" kern="1200" dirty="0"/>
        </a:p>
      </dsp:txBody>
      <dsp:txXfrm>
        <a:off x="34726" y="828319"/>
        <a:ext cx="9523280" cy="64190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Process3">
  <dgm:title val=""/>
  <dgm:desc val=""/>
  <dgm:catLst>
    <dgm:cat type="process" pri="11000"/>
    <dgm:cat type="convert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41" srcId="1" destId="11" srcOrd="0" destOrd="0"/>
        <dgm:cxn modelId="42" srcId="1" destId="12" srcOrd="1" destOrd="0"/>
        <dgm:cxn modelId="51" srcId="2" destId="21" srcOrd="0" destOrd="0"/>
        <dgm:cxn modelId="52" srcId="2" destId="22" srcOrd="1" destOrd="0"/>
        <dgm:cxn modelId="61" srcId="3" destId="31" srcOrd="0" destOrd="0"/>
        <dgm:cxn modelId="62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1" destId="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chPref val="3"/>
      <dgm:dir/>
      <dgm:animLvl val="lvl"/>
      <dgm:resizeHandles/>
    </dgm:varLst>
    <dgm:choose name="Name1">
      <dgm:if name="Name2" func="var" arg="dir" op="equ" val="norm">
        <dgm:alg type="lin">
          <dgm:param type="linDir" val="fromT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T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bigChev" refType="w"/>
      <dgm:constr type="h" for="des" forName="bigChev" refType="w" refFor="des" refForName="bigChev" op="equ" fact="0.4"/>
      <dgm:constr type="w" for="des" forName="node" refType="w" refFor="des" refForName="bigChev" fact="0.83"/>
      <dgm:constr type="h" for="des" forName="node" refType="w" refFor="des" refForName="node" op="equ" fact="0.4"/>
      <dgm:constr type="w" for="des" forName="parTrans" refType="w" refFor="des" refForName="bigChev" op="equ" fact="-0.13"/>
      <dgm:constr type="w" for="des" forName="sibTrans" refType="w" refFor="des" refForName="node" op="equ" fact="-0.14"/>
      <dgm:constr type="h" for="ch" forName="vSp" refType="h" refFor="des" refForName="bigChev" op="equ" fact="0.14"/>
      <dgm:constr type="primFontSz" for="des" forName="node" op="equ"/>
      <dgm:constr type="primFontSz" for="des" forName="bigChev" op="equ"/>
    </dgm:constrLst>
    <dgm:ruleLst/>
    <dgm:forEach name="Name4" axis="ch" ptType="node">
      <dgm:layoutNode name="horFlow">
        <dgm:choose name="Name5">
          <dgm:if name="Name6" func="var" arg="dir" op="equ" val="norm">
            <dgm:alg type="lin">
              <dgm:param type="linDir" val="fromL"/>
              <dgm:param type="nodeHorzAlign" val="l"/>
              <dgm:param type="nodeVertAlign" val="mid"/>
              <dgm:param type="fallback" val="2D"/>
            </dgm:alg>
          </dgm:if>
          <dgm:else name="Name7">
            <dgm:alg type="lin">
              <dgm:param type="linDir" val="fromR"/>
              <dgm:param type="nodeHorzAlign" val="r"/>
              <dgm:param type="nodeVertAlign" val="mid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bigChev" styleLbl="node1">
          <dgm:alg type="tx"/>
          <dgm:choose name="Name8">
            <dgm:if name="Name9" func="var" arg="dir" op="equ" val="norm">
              <dgm:shape xmlns:r="http://schemas.openxmlformats.org/officeDocument/2006/relationships" type="chevron" r:blip="">
                <dgm:adjLst/>
              </dgm:shape>
              <dgm:presOf axis="self"/>
              <dgm:constrLst>
                <dgm:constr type="primFontSz" val="65"/>
                <dgm:constr type="rMarg"/>
                <dgm:constr type="lMarg" refType="primFontSz" fact="0.1"/>
                <dgm:constr type="tMarg" refType="primFontSz" fact="0.05"/>
                <dgm:constr type="bMarg" refType="primFontSz" fact="0.05"/>
              </dgm:constrLst>
            </dgm:if>
            <dgm:else name="Name10">
              <dgm:shape xmlns:r="http://schemas.openxmlformats.org/officeDocument/2006/relationships" rot="180" type="chevron" r:blip="">
                <dgm:adjLst/>
              </dgm:shape>
              <dgm:presOf axis="self"/>
              <dgm:constrLst>
                <dgm:constr type="primFontSz" val="65"/>
                <dgm:constr type="lMarg"/>
                <dgm:constr type="rMarg" refType="primFontSz" fact="0.1"/>
                <dgm:constr type="tMarg" refType="primFontSz" fact="0.05"/>
                <dgm:constr type="bMarg" refType="primFontSz" fact="0.05"/>
              </dgm:constrLst>
            </dgm:else>
          </dgm:choose>
          <dgm:ruleLst>
            <dgm:rule type="primFontSz" val="5" fact="NaN" max="NaN"/>
          </dgm:ruleLst>
        </dgm:layoutNode>
        <dgm:forEach name="parTransForEach" axis="ch" ptType="parTrans" cnt="1">
          <dgm:layoutNode name="par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  <dgm:forEach name="Name11" axis="ch" ptType="node">
          <dgm:layoutNode name="node" styleLbl="alignAccFollowNode1">
            <dgm:varLst>
              <dgm:bulletEnabled val="1"/>
            </dgm:varLst>
            <dgm:alg type="tx"/>
            <dgm:choose name="Name12">
              <dgm:if name="Name13" func="var" arg="dir" op="equ" val="norm">
                <dgm:shape xmlns:r="http://schemas.openxmlformats.org/officeDocument/2006/relationships" type="chevron" r:blip="">
                  <dgm:adjLst/>
                </dgm:shape>
                <dgm:presOf axis="desOrSelf" ptType="node"/>
                <dgm:constrLst>
                  <dgm:constr type="primFontSz" val="65"/>
                  <dgm:constr type="rMarg"/>
                  <dgm:constr type="lMarg" refType="primFontSz" fact="0.1"/>
                  <dgm:constr type="tMarg" refType="primFontSz" fact="0.05"/>
                  <dgm:constr type="bMarg" refType="primFontSz" fact="0.05"/>
                </dgm:constrLst>
              </dgm:if>
              <dgm:else name="Name14">
                <dgm:shape xmlns:r="http://schemas.openxmlformats.org/officeDocument/2006/relationships" rot="180" type="chevron" r:blip="">
                  <dgm:adjLst/>
                </dgm:shape>
                <dgm:presOf axis="desOrSelf" ptType="node"/>
                <dgm:constrLst>
                  <dgm:constr type="primFontSz" val="65"/>
                  <dgm:constr type="lMarg"/>
                  <dgm:constr type="rMarg" refType="primFontSz" fact="0.1"/>
                  <dgm:constr type="tMarg" refType="primFontSz" fact="0.05"/>
                  <dgm:constr type="bMarg" refType="primFontSz" fact="0.05"/>
                </dgm:constrLst>
              </dgm:else>
            </dgm:choose>
            <dgm:ruleLst>
              <dgm:rule type="primFontSz" val="5" fact="NaN" max="NaN"/>
            </dgm:ruleLst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layoutNode>
      <dgm:choose name="Name15">
        <dgm:if name="Name16" axis="self" ptType="node" func="revPos" op="gte" val="2">
          <dgm:layoutNode name="v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7"/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D312CF-4077-45F4-9A37-0BD4CAB7461A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50C1C-5277-4681-9B67-789E77A615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24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450C1C-5277-4681-9B67-789E77A615C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14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4443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4443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129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83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084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8918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46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0886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72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665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56724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0050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006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9676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60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71382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9460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FC662F-0EBB-46E8-89B7-1D44BEB09C13}" type="datetimeFigureOut">
              <a:rPr lang="en-US" smtClean="0"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84FDEE0-E151-474C-A255-762508179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504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9" r:id="rId1"/>
    <p:sldLayoutId id="2147483800" r:id="rId2"/>
    <p:sldLayoutId id="2147483801" r:id="rId3"/>
    <p:sldLayoutId id="2147483802" r:id="rId4"/>
    <p:sldLayoutId id="2147483803" r:id="rId5"/>
    <p:sldLayoutId id="2147483804" r:id="rId6"/>
    <p:sldLayoutId id="2147483805" r:id="rId7"/>
    <p:sldLayoutId id="2147483806" r:id="rId8"/>
    <p:sldLayoutId id="2147483807" r:id="rId9"/>
    <p:sldLayoutId id="2147483808" r:id="rId10"/>
    <p:sldLayoutId id="2147483809" r:id="rId11"/>
    <p:sldLayoutId id="2147483810" r:id="rId12"/>
    <p:sldLayoutId id="2147483811" r:id="rId13"/>
    <p:sldLayoutId id="2147483812" r:id="rId14"/>
    <p:sldLayoutId id="2147483813" r:id="rId15"/>
    <p:sldLayoutId id="2147483814" r:id="rId16"/>
    <p:sldLayoutId id="214748381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5.xml"/><Relationship Id="rId3" Type="http://schemas.openxmlformats.org/officeDocument/2006/relationships/diagramLayout" Target="../diagrams/layout4.xml"/><Relationship Id="rId7" Type="http://schemas.openxmlformats.org/officeDocument/2006/relationships/image" Target="../media/image7.jpg"/><Relationship Id="rId12" Type="http://schemas.microsoft.com/office/2007/relationships/diagramDrawing" Target="../diagrams/drawing5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4.xml"/><Relationship Id="rId11" Type="http://schemas.openxmlformats.org/officeDocument/2006/relationships/diagramColors" Target="../diagrams/colors5.xml"/><Relationship Id="rId5" Type="http://schemas.openxmlformats.org/officeDocument/2006/relationships/diagramColors" Target="../diagrams/colors4.xml"/><Relationship Id="rId10" Type="http://schemas.openxmlformats.org/officeDocument/2006/relationships/diagramQuickStyle" Target="../diagrams/quickStyle5.xml"/><Relationship Id="rId4" Type="http://schemas.openxmlformats.org/officeDocument/2006/relationships/diagramQuickStyle" Target="../diagrams/quickStyle4.xml"/><Relationship Id="rId9" Type="http://schemas.openxmlformats.org/officeDocument/2006/relationships/diagramLayout" Target="../diagrams/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g"/><Relationship Id="rId13" Type="http://schemas.microsoft.com/office/2007/relationships/diagramDrawing" Target="../diagrams/drawing7.xml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12" Type="http://schemas.openxmlformats.org/officeDocument/2006/relationships/diagramColors" Target="../diagrams/colors7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6.xml"/><Relationship Id="rId11" Type="http://schemas.openxmlformats.org/officeDocument/2006/relationships/diagramQuickStyle" Target="../diagrams/quickStyle7.xml"/><Relationship Id="rId5" Type="http://schemas.openxmlformats.org/officeDocument/2006/relationships/diagramQuickStyle" Target="../diagrams/quickStyle6.xml"/><Relationship Id="rId10" Type="http://schemas.openxmlformats.org/officeDocument/2006/relationships/diagramLayout" Target="../diagrams/layout7.xml"/><Relationship Id="rId4" Type="http://schemas.openxmlformats.org/officeDocument/2006/relationships/diagramLayout" Target="../diagrams/layout6.xml"/><Relationship Id="rId9" Type="http://schemas.openxmlformats.org/officeDocument/2006/relationships/diagramData" Target="../diagrams/data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9.xml"/><Relationship Id="rId3" Type="http://schemas.openxmlformats.org/officeDocument/2006/relationships/diagramLayout" Target="../diagrams/layout8.xml"/><Relationship Id="rId7" Type="http://schemas.openxmlformats.org/officeDocument/2006/relationships/diagramData" Target="../diagrams/data9.xml"/><Relationship Id="rId12" Type="http://schemas.openxmlformats.org/officeDocument/2006/relationships/image" Target="../media/image9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8.xml"/><Relationship Id="rId11" Type="http://schemas.microsoft.com/office/2007/relationships/diagramDrawing" Target="../diagrams/drawing9.xml"/><Relationship Id="rId5" Type="http://schemas.openxmlformats.org/officeDocument/2006/relationships/diagramColors" Target="../diagrams/colors8.xml"/><Relationship Id="rId10" Type="http://schemas.openxmlformats.org/officeDocument/2006/relationships/diagramColors" Target="../diagrams/colors9.xml"/><Relationship Id="rId4" Type="http://schemas.openxmlformats.org/officeDocument/2006/relationships/diagramQuickStyle" Target="../diagrams/quickStyle8.xml"/><Relationship Id="rId9" Type="http://schemas.openxmlformats.org/officeDocument/2006/relationships/diagramQuickStyle" Target="../diagrams/quickStyle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0.jp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2.xml"/><Relationship Id="rId13" Type="http://schemas.openxmlformats.org/officeDocument/2006/relationships/image" Target="../media/image13.png"/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12" Type="http://schemas.microsoft.com/office/2007/relationships/diagramDrawing" Target="../diagrams/drawing12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Relationship Id="rId6" Type="http://schemas.openxmlformats.org/officeDocument/2006/relationships/diagramColors" Target="../diagrams/colors11.xml"/><Relationship Id="rId11" Type="http://schemas.openxmlformats.org/officeDocument/2006/relationships/diagramColors" Target="../diagrams/colors12.xml"/><Relationship Id="rId5" Type="http://schemas.openxmlformats.org/officeDocument/2006/relationships/diagramQuickStyle" Target="../diagrams/quickStyle11.xml"/><Relationship Id="rId15" Type="http://schemas.openxmlformats.org/officeDocument/2006/relationships/image" Target="../media/image13.png"/><Relationship Id="rId10" Type="http://schemas.openxmlformats.org/officeDocument/2006/relationships/diagramQuickStyle" Target="../diagrams/quickStyle12.xml"/><Relationship Id="rId4" Type="http://schemas.openxmlformats.org/officeDocument/2006/relationships/diagramLayout" Target="../diagrams/layout11.xml"/><Relationship Id="rId9" Type="http://schemas.openxmlformats.org/officeDocument/2006/relationships/diagramLayout" Target="../diagrams/layout12.xml"/><Relationship Id="rId14" Type="http://schemas.openxmlformats.org/officeDocument/2006/relationships/slide" Target="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3330C95-2859-4602-B3E1-968A09402DE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9399261"/>
              </p:ext>
            </p:extLst>
          </p:nvPr>
        </p:nvGraphicFramePr>
        <p:xfrm>
          <a:off x="2823453" y="1734115"/>
          <a:ext cx="6553236" cy="16541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Subtitle 6">
            <a:extLst>
              <a:ext uri="{FF2B5EF4-FFF2-40B4-BE49-F238E27FC236}">
                <a16:creationId xmlns:a16="http://schemas.microsoft.com/office/drawing/2014/main" id="{3DAFADA2-69D2-4759-9373-87C95B69C8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How to build skills , internships and land your first job.</a:t>
            </a:r>
          </a:p>
          <a:p>
            <a:endParaRPr lang="en-US" b="1" dirty="0">
              <a:highlight>
                <a:srgbClr val="FFFF00"/>
              </a:highlight>
            </a:endParaRPr>
          </a:p>
          <a:p>
            <a:pPr algn="l"/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Name – </a:t>
            </a:r>
            <a:r>
              <a:rPr lang="en-US" b="1" dirty="0" err="1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Kaushalya</a:t>
            </a:r>
            <a:r>
              <a:rPr lang="en-US" b="1" dirty="0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 smtClean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kumari</a:t>
            </a:r>
            <a:endParaRPr lang="en-US" b="1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Course – </a:t>
            </a:r>
            <a:r>
              <a:rPr lang="en-US" b="1" dirty="0" err="1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B.tech</a:t>
            </a:r>
            <a:r>
              <a:rPr lang="en-US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(CSE)</a:t>
            </a:r>
          </a:p>
        </p:txBody>
      </p:sp>
    </p:spTree>
    <p:extLst>
      <p:ext uri="{BB962C8B-B14F-4D97-AF65-F5344CB8AC3E}">
        <p14:creationId xmlns:p14="http://schemas.microsoft.com/office/powerpoint/2010/main" val="3667046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9" grpId="0">
        <p:bldAsOne/>
      </p:bldGraphic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04CD4CF7-916E-477D-8429-63DD2E57DE9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8218978"/>
              </p:ext>
            </p:extLst>
          </p:nvPr>
        </p:nvGraphicFramePr>
        <p:xfrm>
          <a:off x="1480246" y="1076349"/>
          <a:ext cx="9231508" cy="1253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3BF426CE-8A4A-46F4-8BF9-B964749516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70125098"/>
              </p:ext>
            </p:extLst>
          </p:nvPr>
        </p:nvGraphicFramePr>
        <p:xfrm>
          <a:off x="1480246" y="2590510"/>
          <a:ext cx="9231508" cy="3191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553070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7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A2395F5-4BB0-466A-99C0-B5092188767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84631649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5BA8D66E-3116-4D63-8500-3A2BEB6B3B8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138" y="2468879"/>
            <a:ext cx="5470525" cy="300058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985BCA01-07F6-4465-9076-26E08F69C4D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0772500"/>
              </p:ext>
            </p:extLst>
          </p:nvPr>
        </p:nvGraphicFramePr>
        <p:xfrm>
          <a:off x="1293811" y="3031065"/>
          <a:ext cx="3718455" cy="24384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8692618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5" grpId="0">
        <p:bldAsOne/>
      </p:bldGraphic>
      <p:bldGraphic spid="29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Diagram 11">
            <a:extLst>
              <a:ext uri="{FF2B5EF4-FFF2-40B4-BE49-F238E27FC236}">
                <a16:creationId xmlns:a16="http://schemas.microsoft.com/office/drawing/2014/main" id="{423AE2CE-2540-4976-BD3A-3EC3B696D4F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49218405"/>
              </p:ext>
            </p:extLst>
          </p:nvPr>
        </p:nvGraphicFramePr>
        <p:xfrm>
          <a:off x="1295402" y="982132"/>
          <a:ext cx="9601196" cy="13038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23" name="Content Placeholder 22">
            <a:extLst>
              <a:ext uri="{FF2B5EF4-FFF2-40B4-BE49-F238E27FC236}">
                <a16:creationId xmlns:a16="http://schemas.microsoft.com/office/drawing/2014/main" id="{CD8FC325-46F5-4C79-AE4B-246675CA49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8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/>
        </p:blipFill>
        <p:spPr>
          <a:xfrm>
            <a:off x="6323076" y="2471928"/>
            <a:ext cx="3660648" cy="1914144"/>
          </a:xfrm>
        </p:spPr>
      </p:pic>
      <p:graphicFrame>
        <p:nvGraphicFramePr>
          <p:cNvPr id="29" name="Diagram 28">
            <a:extLst>
              <a:ext uri="{FF2B5EF4-FFF2-40B4-BE49-F238E27FC236}">
                <a16:creationId xmlns:a16="http://schemas.microsoft.com/office/drawing/2014/main" id="{F659E129-2F35-45EA-A5A6-DAFF6AF45B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0477834"/>
              </p:ext>
            </p:extLst>
          </p:nvPr>
        </p:nvGraphicFramePr>
        <p:xfrm>
          <a:off x="1550045" y="2777924"/>
          <a:ext cx="3718455" cy="3097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25" name="Picture 24">
            <a:extLst>
              <a:ext uri="{FF2B5EF4-FFF2-40B4-BE49-F238E27FC236}">
                <a16:creationId xmlns:a16="http://schemas.microsoft.com/office/drawing/2014/main" id="{76BEFC30-9B54-452B-B4F3-1824E32D0BE9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800" b="-1"/>
          <a:stretch/>
        </p:blipFill>
        <p:spPr>
          <a:xfrm>
            <a:off x="6771190" y="2777924"/>
            <a:ext cx="4125408" cy="255800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35527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4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5272006C-3E56-4FBB-A3C9-B2F188ED0C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24538624"/>
              </p:ext>
            </p:extLst>
          </p:nvPr>
        </p:nvGraphicFramePr>
        <p:xfrm>
          <a:off x="1295399" y="896471"/>
          <a:ext cx="6241816" cy="13590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0280858B-6E1F-4A81-8612-CBBF75B832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98796648"/>
              </p:ext>
            </p:extLst>
          </p:nvPr>
        </p:nvGraphicFramePr>
        <p:xfrm>
          <a:off x="1295399" y="2377440"/>
          <a:ext cx="6241816" cy="35840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pic>
        <p:nvPicPr>
          <p:cNvPr id="37" name="Picture Placeholder 36">
            <a:extLst>
              <a:ext uri="{FF2B5EF4-FFF2-40B4-BE49-F238E27FC236}">
                <a16:creationId xmlns:a16="http://schemas.microsoft.com/office/drawing/2014/main" id="{64F4923D-57B0-4882-9F30-3C8143D5EA9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2" t="1775" r="5250" b="-6455"/>
          <a:stretch/>
        </p:blipFill>
        <p:spPr>
          <a:xfrm>
            <a:off x="7720096" y="2062483"/>
            <a:ext cx="3562433" cy="354371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  <p:extLst>
      <p:ext uri="{BB962C8B-B14F-4D97-AF65-F5344CB8AC3E}">
        <p14:creationId xmlns:p14="http://schemas.microsoft.com/office/powerpoint/2010/main" val="856435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1" grpId="0">
        <p:bldAsOne/>
      </p:bldGraphic>
      <p:bldGraphic spid="30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" name="Diagram 24">
            <a:extLst>
              <a:ext uri="{FF2B5EF4-FFF2-40B4-BE49-F238E27FC236}">
                <a16:creationId xmlns:a16="http://schemas.microsoft.com/office/drawing/2014/main" id="{88146C13-665B-4BB1-8C41-0D040C34847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7798602"/>
              </p:ext>
            </p:extLst>
          </p:nvPr>
        </p:nvGraphicFramePr>
        <p:xfrm>
          <a:off x="1033821" y="873760"/>
          <a:ext cx="6241816" cy="131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7" name="Picture Placeholder 26">
            <a:extLst>
              <a:ext uri="{FF2B5EF4-FFF2-40B4-BE49-F238E27FC236}">
                <a16:creationId xmlns:a16="http://schemas.microsoft.com/office/drawing/2014/main" id="{C7809E51-2DB2-4699-9268-DF1E1A38980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747" t="9468" r="158"/>
          <a:stretch/>
        </p:blipFill>
        <p:spPr>
          <a:xfrm>
            <a:off x="7713939" y="1117600"/>
            <a:ext cx="3444240" cy="432308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953CD8FD-ADA1-4D1E-B4C9-9616EABDBC7C}"/>
              </a:ext>
            </a:extLst>
          </p:cNvPr>
          <p:cNvSpPr txBox="1">
            <a:spLocks noGrp="1"/>
          </p:cNvSpPr>
          <p:nvPr>
            <p:ph type="body" sz="half" idx="2"/>
          </p:nvPr>
        </p:nvSpPr>
        <p:spPr>
          <a:xfrm>
            <a:off x="1033463" y="2184400"/>
            <a:ext cx="6242050" cy="39918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Programming Fundamentals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Introduction to programming languages like C/C++ and Python, focusing on algorithms and data structures.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Mathematics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Courses often cover discrete mathematics, linear algebra, and calculus, essential for computer science concepts.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Computer Organization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Understanding computer architecture, hardware components, and basic operating systems.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Data Structures and Algorithms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In-depth study of data organization, manipulation, and algorithm efficiency.</a:t>
            </a:r>
          </a:p>
          <a:p>
            <a:pPr marL="285750" indent="-285750" algn="l" fontAlgn="t">
              <a:buFont typeface="Wingdings" panose="05000000000000000000" pitchFamily="2" charset="2"/>
              <a:buChar char="Ø"/>
            </a:pPr>
            <a:r>
              <a:rPr lang="en-US" sz="1600" b="0" i="1" dirty="0">
                <a:solidFill>
                  <a:srgbClr val="141414"/>
                </a:solidFill>
                <a:effectLst/>
                <a:latin typeface="Roboto-Medium"/>
              </a:rPr>
              <a:t>Software Engineering</a:t>
            </a:r>
            <a:r>
              <a:rPr lang="en-US" sz="1600" b="0" i="1" dirty="0">
                <a:solidFill>
                  <a:srgbClr val="141414"/>
                </a:solidFill>
                <a:effectLst/>
                <a:latin typeface="Roboto" panose="02000000000000000000" pitchFamily="2" charset="0"/>
              </a:rPr>
              <a:t>: Basics of software development life cycles, methodologies, and project management.</a:t>
            </a:r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382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13B71E24-2E72-4EE3-998B-A3FE99D186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4520"/>
            <a:ext cx="10972799" cy="5648960"/>
          </a:xfrm>
          <a:prstGeom prst="rect">
            <a:avLst/>
          </a:prstGeom>
        </p:spPr>
      </p:pic>
      <p:graphicFrame>
        <p:nvGraphicFramePr>
          <p:cNvPr id="17" name="Diagram 16">
            <a:extLst>
              <a:ext uri="{FF2B5EF4-FFF2-40B4-BE49-F238E27FC236}">
                <a16:creationId xmlns:a16="http://schemas.microsoft.com/office/drawing/2014/main" id="{458D84DD-18EC-422A-88EC-A089C9E290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89141183"/>
              </p:ext>
            </p:extLst>
          </p:nvPr>
        </p:nvGraphicFramePr>
        <p:xfrm>
          <a:off x="1303868" y="982132"/>
          <a:ext cx="9592732" cy="29548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16" name="Diagram 15">
            <a:extLst>
              <a:ext uri="{FF2B5EF4-FFF2-40B4-BE49-F238E27FC236}">
                <a16:creationId xmlns:a16="http://schemas.microsoft.com/office/drawing/2014/main" id="{7A140E76-AB18-4CD8-A2C6-B1C953B8A61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79636233"/>
              </p:ext>
            </p:extLst>
          </p:nvPr>
        </p:nvGraphicFramePr>
        <p:xfrm>
          <a:off x="1303868" y="4343399"/>
          <a:ext cx="9592732" cy="15324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mc:AlternateContent xmlns:mc="http://schemas.openxmlformats.org/markup-compatibility/2006">
        <mc:Choice xmlns:pslz="http://schemas.microsoft.com/office/powerpoint/2016/slidezoom" xmlns="" Requires="pslz">
          <p:graphicFrame>
            <p:nvGraphicFramePr>
              <p:cNvPr id="3" name="Slide Zoom 2">
                <a:extLst>
                  <a:ext uri="{FF2B5EF4-FFF2-40B4-BE49-F238E27FC236}">
                    <a16:creationId xmlns:a16="http://schemas.microsoft.com/office/drawing/2014/main" id="{06C15B60-F0BD-47FA-87CD-E4C22C15D5D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34656910"/>
                  </p:ext>
                </p:extLst>
              </p:nvPr>
            </p:nvGraphicFramePr>
            <p:xfrm>
              <a:off x="4572000" y="2571750"/>
              <a:ext cx="3048000" cy="1714500"/>
            </p:xfrm>
            <a:graphic>
              <a:graphicData uri="http://schemas.microsoft.com/office/powerpoint/2016/slidezoom">
                <pslz:sldZm>
                  <pslz:sldZmObj sldId="256" cId="3667046306">
                    <pslz:zmPr id="{0B07E121-946B-40AB-9AF1-2D07FCAA8B84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3" name="Slide Zoom 2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06C15B60-F0BD-47FA-87CD-E4C22C15D5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572000" y="2571750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808623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7" grpId="0">
        <p:bldAsOne/>
      </p:bldGraphic>
      <p:bldGraphic spid="16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214</TotalTime>
  <Words>319</Words>
  <Application>Microsoft Office PowerPoint</Application>
  <PresentationFormat>Widescreen</PresentationFormat>
  <Paragraphs>44</Paragraphs>
  <Slides>7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Calibri</vt:lpstr>
      <vt:lpstr>Garamond</vt:lpstr>
      <vt:lpstr>Roboto</vt:lpstr>
      <vt:lpstr>Roboto-Medium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Carrer pathway in Computer Science</dc:title>
  <dc:creator>dell</dc:creator>
  <cp:lastModifiedBy>user</cp:lastModifiedBy>
  <cp:revision>26</cp:revision>
  <dcterms:created xsi:type="dcterms:W3CDTF">2025-10-25T16:51:13Z</dcterms:created>
  <dcterms:modified xsi:type="dcterms:W3CDTF">2026-01-30T15:53:07Z</dcterms:modified>
</cp:coreProperties>
</file>